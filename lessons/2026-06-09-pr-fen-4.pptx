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300" r:id="rId2"/>
    <p:sldId id="271" r:id="rId3"/>
    <p:sldId id="286" r:id="rId4"/>
    <p:sldId id="288" r:id="rId5"/>
    <p:sldId id="273" r:id="rId6"/>
    <p:sldId id="330" r:id="rId7"/>
    <p:sldId id="329" r:id="rId8"/>
    <p:sldId id="258" r:id="rId9"/>
    <p:sldId id="331" r:id="rId10"/>
    <p:sldId id="332" r:id="rId11"/>
    <p:sldId id="333" r:id="rId12"/>
    <p:sldId id="328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018" userDrawn="1">
          <p15:clr>
            <a:srgbClr val="A4A3A4"/>
          </p15:clr>
        </p15:guide>
        <p15:guide id="3" pos="1882" userDrawn="1">
          <p15:clr>
            <a:srgbClr val="A4A3A4"/>
          </p15:clr>
        </p15:guide>
        <p15:guide id="4" pos="3742" userDrawn="1">
          <p15:clr>
            <a:srgbClr val="A4A3A4"/>
          </p15:clr>
        </p15:guide>
        <p15:guide id="5" pos="38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00"/>
    <a:srgbClr val="4B88C5"/>
    <a:srgbClr val="C6C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141"/>
  </p:normalViewPr>
  <p:slideViewPr>
    <p:cSldViewPr snapToGrid="0" showGuides="1">
      <p:cViewPr>
        <p:scale>
          <a:sx n="100" d="100"/>
          <a:sy n="100" d="100"/>
        </p:scale>
        <p:origin x="48" y="-124"/>
      </p:cViewPr>
      <p:guideLst>
        <p:guide orient="horz" pos="1620"/>
        <p:guide pos="2018"/>
        <p:guide pos="1882"/>
        <p:guide pos="3742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AE08A-2FEE-FF40-B028-98DAACD0D537}" type="datetimeFigureOut">
              <a:rPr lang="de-AT" smtClean="0"/>
              <a:t>13.01.2026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D0B55-8856-BE4C-826E-37D1517BB51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7993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D0B55-8856-BE4C-826E-37D1517BB516}" type="slidenum">
              <a:rPr lang="de-AT" smtClean="0"/>
              <a:t>1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09189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D0B55-8856-BE4C-826E-37D1517BB516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6562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D0B55-8856-BE4C-826E-37D1517BB516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8139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D0B55-8856-BE4C-826E-37D1517BB516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8582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D0B55-8856-BE4C-826E-37D1517BB516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15798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D0B55-8856-BE4C-826E-37D1517BB516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77570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D0B55-8856-BE4C-826E-37D1517BB516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8573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696442C-AF3E-923E-2CB5-3A3A2A135AF3}"/>
              </a:ext>
            </a:extLst>
          </p:cNvPr>
          <p:cNvSpPr/>
          <p:nvPr userDrawn="1"/>
        </p:nvSpPr>
        <p:spPr>
          <a:xfrm>
            <a:off x="7993063" y="231775"/>
            <a:ext cx="900112" cy="7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57B06E9-6E5A-C71C-B1A8-26D67DBB1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42" b="20243"/>
          <a:stretch>
            <a:fillRect/>
          </a:stretch>
        </p:blipFill>
        <p:spPr>
          <a:xfrm>
            <a:off x="250825" y="1"/>
            <a:ext cx="8642349" cy="5143499"/>
          </a:xfrm>
          <a:custGeom>
            <a:avLst/>
            <a:gdLst>
              <a:gd name="connsiteX0" fmla="*/ 0 w 8642350"/>
              <a:gd name="connsiteY0" fmla="*/ 0 h 5143499"/>
              <a:gd name="connsiteX1" fmla="*/ 8642350 w 8642350"/>
              <a:gd name="connsiteY1" fmla="*/ 0 h 5143499"/>
              <a:gd name="connsiteX2" fmla="*/ 8642350 w 8642350"/>
              <a:gd name="connsiteY2" fmla="*/ 5143499 h 5143499"/>
              <a:gd name="connsiteX3" fmla="*/ 0 w 8642350"/>
              <a:gd name="connsiteY3" fmla="*/ 5143499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42350" h="5143499">
                <a:moveTo>
                  <a:pt x="0" y="0"/>
                </a:moveTo>
                <a:lnTo>
                  <a:pt x="8642350" y="0"/>
                </a:lnTo>
                <a:lnTo>
                  <a:pt x="8642350" y="5143499"/>
                </a:lnTo>
                <a:lnTo>
                  <a:pt x="0" y="5143499"/>
                </a:ln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06BB8D-8466-7C58-596D-3919D48D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757" y="231775"/>
            <a:ext cx="4727277" cy="1116013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56448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 Uni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5D1E07D-BE97-F33E-51D3-C87618DB8856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9144000" cy="5143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C4B1025-C982-46FF-4D99-6E4C2D011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131889"/>
            <a:ext cx="3199464" cy="4011613"/>
          </a:xfrm>
          <a:custGeom>
            <a:avLst/>
            <a:gdLst>
              <a:gd name="connsiteX0" fmla="*/ 624705 w 3199464"/>
              <a:gd name="connsiteY0" fmla="*/ 0 h 4011613"/>
              <a:gd name="connsiteX1" fmla="*/ 3199464 w 3199464"/>
              <a:gd name="connsiteY1" fmla="*/ 2571750 h 4011613"/>
              <a:gd name="connsiteX2" fmla="*/ 2759736 w 3199464"/>
              <a:gd name="connsiteY2" fmla="*/ 4009640 h 4011613"/>
              <a:gd name="connsiteX3" fmla="*/ 2758258 w 3199464"/>
              <a:gd name="connsiteY3" fmla="*/ 4011613 h 4011613"/>
              <a:gd name="connsiteX4" fmla="*/ 1924137 w 3199464"/>
              <a:gd name="connsiteY4" fmla="*/ 4011613 h 4011613"/>
              <a:gd name="connsiteX5" fmla="*/ 1995144 w 3199464"/>
              <a:gd name="connsiteY5" fmla="*/ 3947078 h 4011613"/>
              <a:gd name="connsiteX6" fmla="*/ 2564528 w 3199464"/>
              <a:gd name="connsiteY6" fmla="*/ 2572462 h 4011613"/>
              <a:gd name="connsiteX7" fmla="*/ 620528 w 3199464"/>
              <a:gd name="connsiteY7" fmla="*/ 628462 h 4011613"/>
              <a:gd name="connsiteX8" fmla="*/ 42442 w 3199464"/>
              <a:gd name="connsiteY8" fmla="*/ 715860 h 4011613"/>
              <a:gd name="connsiteX9" fmla="*/ 0 w 3199464"/>
              <a:gd name="connsiteY9" fmla="*/ 731394 h 4011613"/>
              <a:gd name="connsiteX10" fmla="*/ 0 w 3199464"/>
              <a:gd name="connsiteY10" fmla="*/ 79422 h 4011613"/>
              <a:gd name="connsiteX11" fmla="*/ 105801 w 3199464"/>
              <a:gd name="connsiteY11" fmla="*/ 52249 h 4011613"/>
              <a:gd name="connsiteX12" fmla="*/ 624705 w 3199464"/>
              <a:gd name="connsiteY12" fmla="*/ 0 h 401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99464" h="4011613">
                <a:moveTo>
                  <a:pt x="624705" y="0"/>
                </a:moveTo>
                <a:cubicBezTo>
                  <a:pt x="2046705" y="0"/>
                  <a:pt x="3199464" y="1151412"/>
                  <a:pt x="3199464" y="2571750"/>
                </a:cubicBezTo>
                <a:cubicBezTo>
                  <a:pt x="3199464" y="3104377"/>
                  <a:pt x="3037357" y="3599186"/>
                  <a:pt x="2759736" y="4009640"/>
                </a:cubicBezTo>
                <a:lnTo>
                  <a:pt x="2758258" y="4011613"/>
                </a:lnTo>
                <a:lnTo>
                  <a:pt x="1924137" y="4011613"/>
                </a:lnTo>
                <a:lnTo>
                  <a:pt x="1995144" y="3947078"/>
                </a:lnTo>
                <a:cubicBezTo>
                  <a:pt x="2346939" y="3595283"/>
                  <a:pt x="2564528" y="3109283"/>
                  <a:pt x="2564528" y="2572462"/>
                </a:cubicBezTo>
                <a:cubicBezTo>
                  <a:pt x="2564528" y="1498820"/>
                  <a:pt x="1694170" y="628462"/>
                  <a:pt x="620528" y="628462"/>
                </a:cubicBezTo>
                <a:cubicBezTo>
                  <a:pt x="419220" y="628462"/>
                  <a:pt x="225059" y="659061"/>
                  <a:pt x="42442" y="715860"/>
                </a:cubicBezTo>
                <a:lnTo>
                  <a:pt x="0" y="731394"/>
                </a:lnTo>
                <a:lnTo>
                  <a:pt x="0" y="79422"/>
                </a:lnTo>
                <a:lnTo>
                  <a:pt x="105801" y="52249"/>
                </a:lnTo>
                <a:cubicBezTo>
                  <a:pt x="273412" y="17991"/>
                  <a:pt x="446955" y="0"/>
                  <a:pt x="62470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                               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2571750"/>
            <a:ext cx="9143999" cy="2571750"/>
          </a:xfrm>
          <a:gradFill flip="none" rotWithShape="1">
            <a:gsLst>
              <a:gs pos="50000">
                <a:schemeClr val="bg1">
                  <a:alpha val="60411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</p:spPr>
        <p:txBody>
          <a:bodyPr lIns="251999" tIns="324000" bIns="324000" anchor="t" anchorCtr="0">
            <a:noAutofit/>
          </a:bodyPr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Bildplatzhalter 5">
            <a:extLst>
              <a:ext uri="{FF2B5EF4-FFF2-40B4-BE49-F238E27FC236}">
                <a16:creationId xmlns:a16="http://schemas.microsoft.com/office/drawing/2014/main" id="{D6B316C2-EEE8-3B1A-6F15-C403E566FE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40314" y="-1"/>
            <a:ext cx="4103686" cy="1347789"/>
          </a:xfrm>
        </p:spPr>
        <p:txBody>
          <a:bodyPr/>
          <a:lstStyle/>
          <a:p>
            <a:r>
              <a:rPr lang="de-AT" dirty="0"/>
              <a:t>Logo Institut</a:t>
            </a:r>
          </a:p>
        </p:txBody>
      </p:sp>
    </p:spTree>
    <p:extLst>
      <p:ext uri="{BB962C8B-B14F-4D97-AF65-F5344CB8AC3E}">
        <p14:creationId xmlns:p14="http://schemas.microsoft.com/office/powerpoint/2010/main" val="3386142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509" userDrawn="1">
          <p15:clr>
            <a:srgbClr val="FBAE40"/>
          </p15:clr>
        </p15:guide>
        <p15:guide id="3" pos="4740" userDrawn="1">
          <p15:clr>
            <a:srgbClr val="FBAE40"/>
          </p15:clr>
        </p15:guide>
        <p15:guide id="4" orient="horz" pos="214" userDrawn="1">
          <p15:clr>
            <a:srgbClr val="FBAE40"/>
          </p15:clr>
        </p15:guide>
        <p15:guide id="5" pos="703" userDrawn="1">
          <p15:clr>
            <a:srgbClr val="FBAE40"/>
          </p15:clr>
        </p15:guide>
        <p15:guide id="6" pos="317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5D1E07D-BE97-F33E-51D3-C87618DB8856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9144000" cy="5143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C4B1025-C982-46FF-4D99-6E4C2D011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8" y="1131889"/>
            <a:ext cx="3199464" cy="4011613"/>
          </a:xfrm>
          <a:custGeom>
            <a:avLst/>
            <a:gdLst>
              <a:gd name="connsiteX0" fmla="*/ 624705 w 3199464"/>
              <a:gd name="connsiteY0" fmla="*/ 0 h 4011613"/>
              <a:gd name="connsiteX1" fmla="*/ 3199464 w 3199464"/>
              <a:gd name="connsiteY1" fmla="*/ 2571750 h 4011613"/>
              <a:gd name="connsiteX2" fmla="*/ 2759736 w 3199464"/>
              <a:gd name="connsiteY2" fmla="*/ 4009640 h 4011613"/>
              <a:gd name="connsiteX3" fmla="*/ 2758258 w 3199464"/>
              <a:gd name="connsiteY3" fmla="*/ 4011613 h 4011613"/>
              <a:gd name="connsiteX4" fmla="*/ 1924137 w 3199464"/>
              <a:gd name="connsiteY4" fmla="*/ 4011613 h 4011613"/>
              <a:gd name="connsiteX5" fmla="*/ 1995144 w 3199464"/>
              <a:gd name="connsiteY5" fmla="*/ 3947078 h 4011613"/>
              <a:gd name="connsiteX6" fmla="*/ 2564528 w 3199464"/>
              <a:gd name="connsiteY6" fmla="*/ 2572462 h 4011613"/>
              <a:gd name="connsiteX7" fmla="*/ 620528 w 3199464"/>
              <a:gd name="connsiteY7" fmla="*/ 628462 h 4011613"/>
              <a:gd name="connsiteX8" fmla="*/ 42442 w 3199464"/>
              <a:gd name="connsiteY8" fmla="*/ 715860 h 4011613"/>
              <a:gd name="connsiteX9" fmla="*/ 0 w 3199464"/>
              <a:gd name="connsiteY9" fmla="*/ 731394 h 4011613"/>
              <a:gd name="connsiteX10" fmla="*/ 0 w 3199464"/>
              <a:gd name="connsiteY10" fmla="*/ 79422 h 4011613"/>
              <a:gd name="connsiteX11" fmla="*/ 105801 w 3199464"/>
              <a:gd name="connsiteY11" fmla="*/ 52249 h 4011613"/>
              <a:gd name="connsiteX12" fmla="*/ 624705 w 3199464"/>
              <a:gd name="connsiteY12" fmla="*/ 0 h 401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99464" h="4011613">
                <a:moveTo>
                  <a:pt x="624705" y="0"/>
                </a:moveTo>
                <a:cubicBezTo>
                  <a:pt x="2046705" y="0"/>
                  <a:pt x="3199464" y="1151412"/>
                  <a:pt x="3199464" y="2571750"/>
                </a:cubicBezTo>
                <a:cubicBezTo>
                  <a:pt x="3199464" y="3104377"/>
                  <a:pt x="3037357" y="3599186"/>
                  <a:pt x="2759736" y="4009640"/>
                </a:cubicBezTo>
                <a:lnTo>
                  <a:pt x="2758258" y="4011613"/>
                </a:lnTo>
                <a:lnTo>
                  <a:pt x="1924137" y="4011613"/>
                </a:lnTo>
                <a:lnTo>
                  <a:pt x="1995144" y="3947078"/>
                </a:lnTo>
                <a:cubicBezTo>
                  <a:pt x="2346939" y="3595283"/>
                  <a:pt x="2564528" y="3109283"/>
                  <a:pt x="2564528" y="2572462"/>
                </a:cubicBezTo>
                <a:cubicBezTo>
                  <a:pt x="2564528" y="1498820"/>
                  <a:pt x="1694170" y="628462"/>
                  <a:pt x="620528" y="628462"/>
                </a:cubicBezTo>
                <a:cubicBezTo>
                  <a:pt x="419220" y="628462"/>
                  <a:pt x="225059" y="659061"/>
                  <a:pt x="42442" y="715860"/>
                </a:cubicBezTo>
                <a:lnTo>
                  <a:pt x="0" y="731394"/>
                </a:lnTo>
                <a:lnTo>
                  <a:pt x="0" y="79422"/>
                </a:lnTo>
                <a:lnTo>
                  <a:pt x="105801" y="52249"/>
                </a:lnTo>
                <a:cubicBezTo>
                  <a:pt x="273412" y="17991"/>
                  <a:pt x="446955" y="0"/>
                  <a:pt x="62470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                                                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2571750"/>
            <a:ext cx="9143999" cy="2571750"/>
          </a:xfrm>
          <a:gradFill flip="none" rotWithShape="1">
            <a:gsLst>
              <a:gs pos="50000">
                <a:schemeClr val="bg1">
                  <a:alpha val="60411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</p:spPr>
        <p:txBody>
          <a:bodyPr lIns="1116000" tIns="324000" bIns="324000" anchor="t" anchorCtr="0">
            <a:noAutofit/>
          </a:bodyPr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Bildplatzhalter 5">
            <a:extLst>
              <a:ext uri="{FF2B5EF4-FFF2-40B4-BE49-F238E27FC236}">
                <a16:creationId xmlns:a16="http://schemas.microsoft.com/office/drawing/2014/main" id="{1D9495E8-25E7-52FD-CB55-C2956A30D40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40314" y="-1"/>
            <a:ext cx="4103686" cy="1347789"/>
          </a:xfrm>
        </p:spPr>
        <p:txBody>
          <a:bodyPr/>
          <a:lstStyle/>
          <a:p>
            <a:r>
              <a:rPr lang="de-AT" dirty="0"/>
              <a:t>Logo Institut</a:t>
            </a:r>
          </a:p>
        </p:txBody>
      </p:sp>
    </p:spTree>
    <p:extLst>
      <p:ext uri="{BB962C8B-B14F-4D97-AF65-F5344CB8AC3E}">
        <p14:creationId xmlns:p14="http://schemas.microsoft.com/office/powerpoint/2010/main" val="354245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509" userDrawn="1">
          <p15:clr>
            <a:srgbClr val="FBAE40"/>
          </p15:clr>
        </p15:guide>
        <p15:guide id="3" pos="4740" userDrawn="1">
          <p15:clr>
            <a:srgbClr val="FBAE40"/>
          </p15:clr>
        </p15:guide>
        <p15:guide id="4" orient="horz" pos="214" userDrawn="1">
          <p15:clr>
            <a:srgbClr val="FBAE40"/>
          </p15:clr>
        </p15:guide>
        <p15:guide id="5" pos="703" userDrawn="1">
          <p15:clr>
            <a:srgbClr val="FBAE40"/>
          </p15:clr>
        </p15:guide>
        <p15:guide id="6" pos="317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 Uni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0313" y="1347789"/>
            <a:ext cx="3852861" cy="2513012"/>
          </a:xfrm>
        </p:spPr>
        <p:txBody>
          <a:bodyPr anchor="b"/>
          <a:lstStyle>
            <a:lvl1pPr algn="l">
              <a:lnSpc>
                <a:spcPct val="80000"/>
              </a:lnSpc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0312" y="3867150"/>
            <a:ext cx="3852863" cy="84527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5D1E07D-BE97-F33E-51D3-C87618DB8856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-1" y="0"/>
            <a:ext cx="4572001" cy="5143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A8193D0-DD15-F350-B073-E3C3BBC81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5400000">
            <a:off x="-1023067" y="1023068"/>
            <a:ext cx="4649999" cy="2603865"/>
          </a:xfrm>
          <a:custGeom>
            <a:avLst/>
            <a:gdLst>
              <a:gd name="connsiteX0" fmla="*/ 0 w 4649999"/>
              <a:gd name="connsiteY0" fmla="*/ 1532685 h 2603865"/>
              <a:gd name="connsiteX1" fmla="*/ 0 w 4649999"/>
              <a:gd name="connsiteY1" fmla="*/ 0 h 2603865"/>
              <a:gd name="connsiteX2" fmla="*/ 195396 w 4649999"/>
              <a:gd name="connsiteY2" fmla="*/ 14841 h 2603865"/>
              <a:gd name="connsiteX3" fmla="*/ 4548831 w 4649999"/>
              <a:gd name="connsiteY3" fmla="*/ 2463996 h 2603865"/>
              <a:gd name="connsiteX4" fmla="*/ 4649999 w 4649999"/>
              <a:gd name="connsiteY4" fmla="*/ 2603865 h 2603865"/>
              <a:gd name="connsiteX5" fmla="*/ 2561285 w 4649999"/>
              <a:gd name="connsiteY5" fmla="*/ 2603865 h 2603865"/>
              <a:gd name="connsiteX6" fmla="*/ 2418248 w 4649999"/>
              <a:gd name="connsiteY6" fmla="*/ 2483655 h 2603865"/>
              <a:gd name="connsiteX7" fmla="*/ 28453 w 4649999"/>
              <a:gd name="connsiteY7" fmla="*/ 1534848 h 260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49999" h="2603865">
                <a:moveTo>
                  <a:pt x="0" y="1532685"/>
                </a:moveTo>
                <a:lnTo>
                  <a:pt x="0" y="0"/>
                </a:lnTo>
                <a:lnTo>
                  <a:pt x="195396" y="14841"/>
                </a:lnTo>
                <a:cubicBezTo>
                  <a:pt x="1970903" y="194943"/>
                  <a:pt x="3527048" y="1116205"/>
                  <a:pt x="4548831" y="2463996"/>
                </a:cubicBezTo>
                <a:lnTo>
                  <a:pt x="4649999" y="2603865"/>
                </a:lnTo>
                <a:lnTo>
                  <a:pt x="2561285" y="2603865"/>
                </a:lnTo>
                <a:lnTo>
                  <a:pt x="2418248" y="2483655"/>
                </a:lnTo>
                <a:cubicBezTo>
                  <a:pt x="1742239" y="1965367"/>
                  <a:pt x="922151" y="1625608"/>
                  <a:pt x="28453" y="1534848"/>
                </a:cubicBezTo>
                <a:close/>
              </a:path>
            </a:pathLst>
          </a:custGeom>
          <a:solidFill>
            <a:schemeClr val="accent1">
              <a:alpha val="60057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 </a:t>
            </a:r>
          </a:p>
        </p:txBody>
      </p:sp>
      <p:pic>
        <p:nvPicPr>
          <p:cNvPr id="9" name="Grafik 8" descr="Logo Universität Graz">
            <a:extLst>
              <a:ext uri="{FF2B5EF4-FFF2-40B4-BE49-F238E27FC236}">
                <a16:creationId xmlns:a16="http://schemas.microsoft.com/office/drawing/2014/main" id="{10638103-35BA-652B-D91B-099CCE5B8B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4238" y="231775"/>
            <a:ext cx="3678936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4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509" userDrawn="1">
          <p15:clr>
            <a:srgbClr val="FBAE40"/>
          </p15:clr>
        </p15:guide>
        <p15:guide id="3" pos="4740" userDrawn="1">
          <p15:clr>
            <a:srgbClr val="FBAE40"/>
          </p15:clr>
        </p15:guide>
        <p15:guide id="4" orient="horz" pos="214" userDrawn="1">
          <p15:clr>
            <a:srgbClr val="FBAE40"/>
          </p15:clr>
        </p15:guide>
        <p15:guide id="5" pos="3175" userDrawn="1">
          <p15:clr>
            <a:srgbClr val="FBAE40"/>
          </p15:clr>
        </p15:guide>
        <p15:guide id="6" orient="horz" pos="24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0313" y="1347789"/>
            <a:ext cx="3852861" cy="2513012"/>
          </a:xfrm>
        </p:spPr>
        <p:txBody>
          <a:bodyPr anchor="b"/>
          <a:lstStyle>
            <a:lvl1pPr algn="l">
              <a:lnSpc>
                <a:spcPct val="80000"/>
              </a:lnSpc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0312" y="3867150"/>
            <a:ext cx="3852863" cy="84527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5D1E07D-BE97-F33E-51D3-C87618DB8856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-1" y="0"/>
            <a:ext cx="4572001" cy="5143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A8193D0-DD15-F350-B073-E3C3BBC81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5400000">
            <a:off x="-1023067" y="1023068"/>
            <a:ext cx="4649999" cy="2603865"/>
          </a:xfrm>
          <a:custGeom>
            <a:avLst/>
            <a:gdLst>
              <a:gd name="connsiteX0" fmla="*/ 0 w 4649999"/>
              <a:gd name="connsiteY0" fmla="*/ 1532685 h 2603865"/>
              <a:gd name="connsiteX1" fmla="*/ 0 w 4649999"/>
              <a:gd name="connsiteY1" fmla="*/ 0 h 2603865"/>
              <a:gd name="connsiteX2" fmla="*/ 195396 w 4649999"/>
              <a:gd name="connsiteY2" fmla="*/ 14841 h 2603865"/>
              <a:gd name="connsiteX3" fmla="*/ 4548831 w 4649999"/>
              <a:gd name="connsiteY3" fmla="*/ 2463996 h 2603865"/>
              <a:gd name="connsiteX4" fmla="*/ 4649999 w 4649999"/>
              <a:gd name="connsiteY4" fmla="*/ 2603865 h 2603865"/>
              <a:gd name="connsiteX5" fmla="*/ 2561285 w 4649999"/>
              <a:gd name="connsiteY5" fmla="*/ 2603865 h 2603865"/>
              <a:gd name="connsiteX6" fmla="*/ 2418248 w 4649999"/>
              <a:gd name="connsiteY6" fmla="*/ 2483655 h 2603865"/>
              <a:gd name="connsiteX7" fmla="*/ 28453 w 4649999"/>
              <a:gd name="connsiteY7" fmla="*/ 1534848 h 260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49999" h="2603865">
                <a:moveTo>
                  <a:pt x="0" y="1532685"/>
                </a:moveTo>
                <a:lnTo>
                  <a:pt x="0" y="0"/>
                </a:lnTo>
                <a:lnTo>
                  <a:pt x="195396" y="14841"/>
                </a:lnTo>
                <a:cubicBezTo>
                  <a:pt x="1970903" y="194943"/>
                  <a:pt x="3527048" y="1116205"/>
                  <a:pt x="4548831" y="2463996"/>
                </a:cubicBezTo>
                <a:lnTo>
                  <a:pt x="4649999" y="2603865"/>
                </a:lnTo>
                <a:lnTo>
                  <a:pt x="2561285" y="2603865"/>
                </a:lnTo>
                <a:lnTo>
                  <a:pt x="2418248" y="2483655"/>
                </a:lnTo>
                <a:cubicBezTo>
                  <a:pt x="1742239" y="1965367"/>
                  <a:pt x="922151" y="1625608"/>
                  <a:pt x="28453" y="1534848"/>
                </a:cubicBezTo>
                <a:close/>
              </a:path>
            </a:pathLst>
          </a:custGeom>
          <a:solidFill>
            <a:schemeClr val="accent1">
              <a:alpha val="60057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B031382-6D8D-7B4F-4521-3E0E3B48EE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993063" y="231775"/>
            <a:ext cx="900112" cy="77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91356A-B41B-6CBA-6261-40607A84EA9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40314" y="-1"/>
            <a:ext cx="4103686" cy="1347789"/>
          </a:xfrm>
        </p:spPr>
        <p:txBody>
          <a:bodyPr/>
          <a:lstStyle/>
          <a:p>
            <a:r>
              <a:rPr lang="de-AT" dirty="0"/>
              <a:t>Logo Institut</a:t>
            </a:r>
          </a:p>
        </p:txBody>
      </p:sp>
    </p:spTree>
    <p:extLst>
      <p:ext uri="{BB962C8B-B14F-4D97-AF65-F5344CB8AC3E}">
        <p14:creationId xmlns:p14="http://schemas.microsoft.com/office/powerpoint/2010/main" val="487266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509" userDrawn="1">
          <p15:clr>
            <a:srgbClr val="FBAE40"/>
          </p15:clr>
        </p15:guide>
        <p15:guide id="3" pos="4740" userDrawn="1">
          <p15:clr>
            <a:srgbClr val="FBAE40"/>
          </p15:clr>
        </p15:guide>
        <p15:guide id="4" orient="horz" pos="214" userDrawn="1">
          <p15:clr>
            <a:srgbClr val="FBAE40"/>
          </p15:clr>
        </p15:guide>
        <p15:guide id="5" pos="3175" userDrawn="1">
          <p15:clr>
            <a:srgbClr val="FBAE40"/>
          </p15:clr>
        </p15:guide>
        <p15:guide id="6" orient="horz" pos="24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3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400" y="1347788"/>
            <a:ext cx="5184775" cy="2519361"/>
          </a:xfrm>
        </p:spPr>
        <p:txBody>
          <a:bodyPr anchor="b"/>
          <a:lstStyle>
            <a:lvl1pPr algn="l">
              <a:lnSpc>
                <a:spcPct val="80000"/>
              </a:lnSpc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400" y="3867150"/>
            <a:ext cx="5184775" cy="84758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Universität Graz">
            <a:extLst>
              <a:ext uri="{FF2B5EF4-FFF2-40B4-BE49-F238E27FC236}">
                <a16:creationId xmlns:a16="http://schemas.microsoft.com/office/drawing/2014/main" id="{10638103-35BA-652B-D91B-099CCE5B8B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4238" y="231775"/>
            <a:ext cx="3678936" cy="971550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B21B19E2-B967-3A3C-5EEB-548C5A419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1131887"/>
            <a:ext cx="3199464" cy="4011613"/>
          </a:xfrm>
          <a:custGeom>
            <a:avLst/>
            <a:gdLst>
              <a:gd name="connsiteX0" fmla="*/ 624705 w 3199464"/>
              <a:gd name="connsiteY0" fmla="*/ 0 h 4011613"/>
              <a:gd name="connsiteX1" fmla="*/ 3199464 w 3199464"/>
              <a:gd name="connsiteY1" fmla="*/ 2571750 h 4011613"/>
              <a:gd name="connsiteX2" fmla="*/ 2759736 w 3199464"/>
              <a:gd name="connsiteY2" fmla="*/ 4009640 h 4011613"/>
              <a:gd name="connsiteX3" fmla="*/ 2758258 w 3199464"/>
              <a:gd name="connsiteY3" fmla="*/ 4011613 h 4011613"/>
              <a:gd name="connsiteX4" fmla="*/ 1924137 w 3199464"/>
              <a:gd name="connsiteY4" fmla="*/ 4011613 h 4011613"/>
              <a:gd name="connsiteX5" fmla="*/ 1995144 w 3199464"/>
              <a:gd name="connsiteY5" fmla="*/ 3947078 h 4011613"/>
              <a:gd name="connsiteX6" fmla="*/ 2564528 w 3199464"/>
              <a:gd name="connsiteY6" fmla="*/ 2572462 h 4011613"/>
              <a:gd name="connsiteX7" fmla="*/ 620528 w 3199464"/>
              <a:gd name="connsiteY7" fmla="*/ 628462 h 4011613"/>
              <a:gd name="connsiteX8" fmla="*/ 42442 w 3199464"/>
              <a:gd name="connsiteY8" fmla="*/ 715860 h 4011613"/>
              <a:gd name="connsiteX9" fmla="*/ 0 w 3199464"/>
              <a:gd name="connsiteY9" fmla="*/ 731394 h 4011613"/>
              <a:gd name="connsiteX10" fmla="*/ 0 w 3199464"/>
              <a:gd name="connsiteY10" fmla="*/ 79422 h 4011613"/>
              <a:gd name="connsiteX11" fmla="*/ 105801 w 3199464"/>
              <a:gd name="connsiteY11" fmla="*/ 52249 h 4011613"/>
              <a:gd name="connsiteX12" fmla="*/ 624705 w 3199464"/>
              <a:gd name="connsiteY12" fmla="*/ 0 h 401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99464" h="4011613">
                <a:moveTo>
                  <a:pt x="624705" y="0"/>
                </a:moveTo>
                <a:cubicBezTo>
                  <a:pt x="2046705" y="0"/>
                  <a:pt x="3199464" y="1151412"/>
                  <a:pt x="3199464" y="2571750"/>
                </a:cubicBezTo>
                <a:cubicBezTo>
                  <a:pt x="3199464" y="3104377"/>
                  <a:pt x="3037357" y="3599186"/>
                  <a:pt x="2759736" y="4009640"/>
                </a:cubicBezTo>
                <a:lnTo>
                  <a:pt x="2758258" y="4011613"/>
                </a:lnTo>
                <a:lnTo>
                  <a:pt x="1924137" y="4011613"/>
                </a:lnTo>
                <a:lnTo>
                  <a:pt x="1995144" y="3947078"/>
                </a:lnTo>
                <a:cubicBezTo>
                  <a:pt x="2346939" y="3595283"/>
                  <a:pt x="2564528" y="3109283"/>
                  <a:pt x="2564528" y="2572462"/>
                </a:cubicBezTo>
                <a:cubicBezTo>
                  <a:pt x="2564528" y="1498820"/>
                  <a:pt x="1694170" y="628462"/>
                  <a:pt x="620528" y="628462"/>
                </a:cubicBezTo>
                <a:cubicBezTo>
                  <a:pt x="419220" y="628462"/>
                  <a:pt x="225059" y="659061"/>
                  <a:pt x="42442" y="715860"/>
                </a:cubicBezTo>
                <a:lnTo>
                  <a:pt x="0" y="731394"/>
                </a:lnTo>
                <a:lnTo>
                  <a:pt x="0" y="79422"/>
                </a:lnTo>
                <a:lnTo>
                  <a:pt x="105801" y="52249"/>
                </a:lnTo>
                <a:cubicBezTo>
                  <a:pt x="273412" y="17991"/>
                  <a:pt x="446955" y="0"/>
                  <a:pt x="62470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Courier New" panose="02070309020205020404" pitchFamily="49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3443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509" userDrawn="1">
          <p15:clr>
            <a:srgbClr val="FBAE40"/>
          </p15:clr>
        </p15:guide>
        <p15:guide id="3" pos="4740" userDrawn="1">
          <p15:clr>
            <a:srgbClr val="FBAE40"/>
          </p15:clr>
        </p15:guide>
        <p15:guide id="4" orient="horz" pos="214" userDrawn="1">
          <p15:clr>
            <a:srgbClr val="FBAE40"/>
          </p15:clr>
        </p15:guide>
        <p15:guide id="5" pos="2336" userDrawn="1">
          <p15:clr>
            <a:srgbClr val="FBAE40"/>
          </p15:clr>
        </p15:guide>
        <p15:guide id="6" orient="horz" pos="2436" userDrawn="1">
          <p15:clr>
            <a:srgbClr val="FBAE40"/>
          </p15:clr>
        </p15:guide>
        <p15:guide id="7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3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B21B19E2-B967-3A3C-5EEB-548C5A419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1131887"/>
            <a:ext cx="3199464" cy="4011613"/>
          </a:xfrm>
          <a:custGeom>
            <a:avLst/>
            <a:gdLst>
              <a:gd name="connsiteX0" fmla="*/ 624705 w 3199464"/>
              <a:gd name="connsiteY0" fmla="*/ 0 h 4011613"/>
              <a:gd name="connsiteX1" fmla="*/ 3199464 w 3199464"/>
              <a:gd name="connsiteY1" fmla="*/ 2571750 h 4011613"/>
              <a:gd name="connsiteX2" fmla="*/ 2759736 w 3199464"/>
              <a:gd name="connsiteY2" fmla="*/ 4009640 h 4011613"/>
              <a:gd name="connsiteX3" fmla="*/ 2758258 w 3199464"/>
              <a:gd name="connsiteY3" fmla="*/ 4011613 h 4011613"/>
              <a:gd name="connsiteX4" fmla="*/ 1924137 w 3199464"/>
              <a:gd name="connsiteY4" fmla="*/ 4011613 h 4011613"/>
              <a:gd name="connsiteX5" fmla="*/ 1995144 w 3199464"/>
              <a:gd name="connsiteY5" fmla="*/ 3947078 h 4011613"/>
              <a:gd name="connsiteX6" fmla="*/ 2564528 w 3199464"/>
              <a:gd name="connsiteY6" fmla="*/ 2572462 h 4011613"/>
              <a:gd name="connsiteX7" fmla="*/ 620528 w 3199464"/>
              <a:gd name="connsiteY7" fmla="*/ 628462 h 4011613"/>
              <a:gd name="connsiteX8" fmla="*/ 42442 w 3199464"/>
              <a:gd name="connsiteY8" fmla="*/ 715860 h 4011613"/>
              <a:gd name="connsiteX9" fmla="*/ 0 w 3199464"/>
              <a:gd name="connsiteY9" fmla="*/ 731394 h 4011613"/>
              <a:gd name="connsiteX10" fmla="*/ 0 w 3199464"/>
              <a:gd name="connsiteY10" fmla="*/ 79422 h 4011613"/>
              <a:gd name="connsiteX11" fmla="*/ 105801 w 3199464"/>
              <a:gd name="connsiteY11" fmla="*/ 52249 h 4011613"/>
              <a:gd name="connsiteX12" fmla="*/ 624705 w 3199464"/>
              <a:gd name="connsiteY12" fmla="*/ 0 h 401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99464" h="4011613">
                <a:moveTo>
                  <a:pt x="624705" y="0"/>
                </a:moveTo>
                <a:cubicBezTo>
                  <a:pt x="2046705" y="0"/>
                  <a:pt x="3199464" y="1151412"/>
                  <a:pt x="3199464" y="2571750"/>
                </a:cubicBezTo>
                <a:cubicBezTo>
                  <a:pt x="3199464" y="3104377"/>
                  <a:pt x="3037357" y="3599186"/>
                  <a:pt x="2759736" y="4009640"/>
                </a:cubicBezTo>
                <a:lnTo>
                  <a:pt x="2758258" y="4011613"/>
                </a:lnTo>
                <a:lnTo>
                  <a:pt x="1924137" y="4011613"/>
                </a:lnTo>
                <a:lnTo>
                  <a:pt x="1995144" y="3947078"/>
                </a:lnTo>
                <a:cubicBezTo>
                  <a:pt x="2346939" y="3595283"/>
                  <a:pt x="2564528" y="3109283"/>
                  <a:pt x="2564528" y="2572462"/>
                </a:cubicBezTo>
                <a:cubicBezTo>
                  <a:pt x="2564528" y="1498820"/>
                  <a:pt x="1694170" y="628462"/>
                  <a:pt x="620528" y="628462"/>
                </a:cubicBezTo>
                <a:cubicBezTo>
                  <a:pt x="419220" y="628462"/>
                  <a:pt x="225059" y="659061"/>
                  <a:pt x="42442" y="715860"/>
                </a:cubicBezTo>
                <a:lnTo>
                  <a:pt x="0" y="731394"/>
                </a:lnTo>
                <a:lnTo>
                  <a:pt x="0" y="79422"/>
                </a:lnTo>
                <a:lnTo>
                  <a:pt x="105801" y="52249"/>
                </a:lnTo>
                <a:cubicBezTo>
                  <a:pt x="273412" y="17991"/>
                  <a:pt x="446955" y="0"/>
                  <a:pt x="62470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40000"/>
              <a:buFont typeface="Courier New" panose="02070309020205020404" pitchFamily="49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                               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400" y="1347787"/>
            <a:ext cx="5184775" cy="2519363"/>
          </a:xfrm>
        </p:spPr>
        <p:txBody>
          <a:bodyPr anchor="b"/>
          <a:lstStyle>
            <a:lvl1pPr algn="l">
              <a:lnSpc>
                <a:spcPct val="80000"/>
              </a:lnSpc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400" y="3867150"/>
            <a:ext cx="5184775" cy="84758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CACAF88-259C-3EA7-74C8-702063146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993063" y="231775"/>
            <a:ext cx="900112" cy="778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Bildplatzhalter 5">
            <a:extLst>
              <a:ext uri="{FF2B5EF4-FFF2-40B4-BE49-F238E27FC236}">
                <a16:creationId xmlns:a16="http://schemas.microsoft.com/office/drawing/2014/main" id="{CD71807B-03B7-6545-F3D3-812F3D1E2423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5040312" y="0"/>
            <a:ext cx="4103687" cy="1347788"/>
          </a:xfrm>
        </p:spPr>
        <p:txBody>
          <a:bodyPr/>
          <a:lstStyle/>
          <a:p>
            <a:r>
              <a:rPr lang="de-AT" dirty="0"/>
              <a:t>Logo Institut</a:t>
            </a:r>
          </a:p>
        </p:txBody>
      </p:sp>
    </p:spTree>
    <p:extLst>
      <p:ext uri="{BB962C8B-B14F-4D97-AF65-F5344CB8AC3E}">
        <p14:creationId xmlns:p14="http://schemas.microsoft.com/office/powerpoint/2010/main" val="3048297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509" userDrawn="1">
          <p15:clr>
            <a:srgbClr val="FBAE40"/>
          </p15:clr>
        </p15:guide>
        <p15:guide id="3" pos="4740" userDrawn="1">
          <p15:clr>
            <a:srgbClr val="FBAE40"/>
          </p15:clr>
        </p15:guide>
        <p15:guide id="4" orient="horz" pos="214" userDrawn="1">
          <p15:clr>
            <a:srgbClr val="FBAE40"/>
          </p15:clr>
        </p15:guide>
        <p15:guide id="5" pos="2336" userDrawn="1">
          <p15:clr>
            <a:srgbClr val="FBAE40"/>
          </p15:clr>
        </p15:guide>
        <p15:guide id="6" pos="3175" userDrawn="1">
          <p15:clr>
            <a:srgbClr val="FBAE40"/>
          </p15:clr>
        </p15:guide>
        <p15:guide id="7" orient="horz" pos="24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907CD-5D6A-CD54-373D-D8B7823C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936B2DC-E399-7FBF-410D-32D129B0020C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250825" y="1242798"/>
            <a:ext cx="432000" cy="43200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AT" dirty="0"/>
              <a:t>00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6A9B7D65-D020-BAB3-1057-E61827EB8E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050" y="1347788"/>
            <a:ext cx="3484563" cy="7920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 sz="1200"/>
            </a:lvl2pPr>
            <a:lvl3pPr marL="677250" indent="0"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05FFFFC-1492-9168-9023-9F724BE7C8E3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250825" y="2087904"/>
            <a:ext cx="432000" cy="43200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de-AT" dirty="0"/>
              <a:t>00</a:t>
            </a:r>
          </a:p>
        </p:txBody>
      </p:sp>
      <p:sp>
        <p:nvSpPr>
          <p:cNvPr id="22" name="Textplatzhalter 16">
            <a:extLst>
              <a:ext uri="{FF2B5EF4-FFF2-40B4-BE49-F238E27FC236}">
                <a16:creationId xmlns:a16="http://schemas.microsoft.com/office/drawing/2014/main" id="{3346FD07-00A7-A04B-3609-6B0AF79A4E2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8050" y="2189369"/>
            <a:ext cx="3484563" cy="7920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 sz="1200"/>
            </a:lvl2pPr>
            <a:lvl3pPr marL="677250" indent="0"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03884F03-317A-E551-81AB-1106084C9F2B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250825" y="2933010"/>
            <a:ext cx="432000" cy="43200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de-AT" dirty="0"/>
              <a:t>00</a:t>
            </a: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334FB2D3-FE44-0868-E473-CD76EA9C42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8050" y="3030950"/>
            <a:ext cx="3484563" cy="7920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 sz="1200"/>
            </a:lvl2pPr>
            <a:lvl3pPr marL="677250" indent="0"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60D50FBD-9DD3-143E-A783-35D61861AB2E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250825" y="3778116"/>
            <a:ext cx="432000" cy="43200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de-AT" dirty="0"/>
              <a:t>00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C42E7304-B776-7847-CB40-2E7828BB760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8050" y="3872531"/>
            <a:ext cx="3484563" cy="7920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 sz="1200"/>
            </a:lvl2pPr>
            <a:lvl3pPr marL="677250" indent="0"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E7853DF1-CCA4-C249-62FE-FD7009D77F69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751389" y="1242798"/>
            <a:ext cx="432000" cy="43200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de-AT" dirty="0"/>
              <a:t>00</a:t>
            </a:r>
          </a:p>
        </p:txBody>
      </p:sp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CB25DB15-B18A-13AE-EBB6-DBCAE6F07B6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08612" y="1350754"/>
            <a:ext cx="3484563" cy="7920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 sz="1200"/>
            </a:lvl2pPr>
            <a:lvl3pPr marL="677250" indent="0"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9F9FDCDE-460D-E634-3C7A-E26E81B33122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4751389" y="2087904"/>
            <a:ext cx="432000" cy="43200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de-AT" dirty="0"/>
              <a:t>00</a:t>
            </a: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322D9C54-F8BC-91DE-3BF5-44396703327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8612" y="2189607"/>
            <a:ext cx="3484563" cy="7920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 sz="1200"/>
            </a:lvl2pPr>
            <a:lvl3pPr marL="677250" indent="0"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36C341E-9E6D-E02B-1F72-1CC74005301F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751389" y="2933010"/>
            <a:ext cx="432000" cy="43200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de-AT" dirty="0"/>
              <a:t>00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1958E537-B90C-CFD4-CC4B-DB6E0A2BD87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408612" y="3028460"/>
            <a:ext cx="3484563" cy="7920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 sz="1200"/>
            </a:lvl2pPr>
            <a:lvl3pPr marL="677250" indent="0"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F99B44E6-66FE-13DC-0255-8DBFF3CC6E2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4765878" y="3778116"/>
            <a:ext cx="432000" cy="432000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de-AT" dirty="0"/>
              <a:t>00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BE9D5ED0-AB61-226F-B2B6-AB1F21E66C2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408612" y="3867313"/>
            <a:ext cx="3484563" cy="7920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 sz="1200"/>
            </a:lvl2pPr>
            <a:lvl3pPr marL="677250" indent="0"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263A8D-0290-C7BD-C553-FDD05DCF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E355-15E1-47CF-8188-5B3DB394A1A3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4737B9-AB1E-5753-4356-96F61573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F36A53-72DC-8C61-3E4B-0F6E4DB8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07845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7" userDrawn="1">
          <p15:clr>
            <a:srgbClr val="FBAE40"/>
          </p15:clr>
        </p15:guide>
        <p15:guide id="2" pos="299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47CAB1D-5C36-0CF2-F6AD-F06F56FB1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>
          <a:xfrm>
            <a:off x="1118990" y="1024661"/>
            <a:ext cx="1080000" cy="1080000"/>
          </a:xfrm>
          <a:prstGeom prst="ellipse">
            <a:avLst/>
          </a:prstGeom>
          <a:noFill/>
          <a:ln w="1905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62A8E3A3-A233-7EA4-278C-71460F36C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203325"/>
            <a:ext cx="9144000" cy="3940175"/>
          </a:xfrm>
          <a:custGeom>
            <a:avLst/>
            <a:gdLst>
              <a:gd name="connsiteX0" fmla="*/ 0 w 9144000"/>
              <a:gd name="connsiteY0" fmla="*/ 0 h 3940175"/>
              <a:gd name="connsiteX1" fmla="*/ 833257 w 9144000"/>
              <a:gd name="connsiteY1" fmla="*/ 0 h 3940175"/>
              <a:gd name="connsiteX2" fmla="*/ 783716 w 9144000"/>
              <a:gd name="connsiteY2" fmla="*/ 163267 h 3940175"/>
              <a:gd name="connsiteX3" fmla="*/ 765431 w 9144000"/>
              <a:gd name="connsiteY3" fmla="*/ 348821 h 3940175"/>
              <a:gd name="connsiteX4" fmla="*/ 1665431 w 9144000"/>
              <a:gd name="connsiteY4" fmla="*/ 1269527 h 3940175"/>
              <a:gd name="connsiteX5" fmla="*/ 2565431 w 9144000"/>
              <a:gd name="connsiteY5" fmla="*/ 348821 h 3940175"/>
              <a:gd name="connsiteX6" fmla="*/ 2547146 w 9144000"/>
              <a:gd name="connsiteY6" fmla="*/ 163267 h 3940175"/>
              <a:gd name="connsiteX7" fmla="*/ 2497605 w 9144000"/>
              <a:gd name="connsiteY7" fmla="*/ 0 h 3940175"/>
              <a:gd name="connsiteX8" fmla="*/ 9144000 w 9144000"/>
              <a:gd name="connsiteY8" fmla="*/ 0 h 3940175"/>
              <a:gd name="connsiteX9" fmla="*/ 9144000 w 9144000"/>
              <a:gd name="connsiteY9" fmla="*/ 3940175 h 3940175"/>
              <a:gd name="connsiteX10" fmla="*/ 0 w 9144000"/>
              <a:gd name="connsiteY10" fmla="*/ 3940175 h 394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44000" h="3940175">
                <a:moveTo>
                  <a:pt x="0" y="0"/>
                </a:moveTo>
                <a:lnTo>
                  <a:pt x="833257" y="0"/>
                </a:lnTo>
                <a:lnTo>
                  <a:pt x="783716" y="163267"/>
                </a:lnTo>
                <a:cubicBezTo>
                  <a:pt x="771727" y="223203"/>
                  <a:pt x="765431" y="285260"/>
                  <a:pt x="765431" y="348821"/>
                </a:cubicBezTo>
                <a:cubicBezTo>
                  <a:pt x="765431" y="857313"/>
                  <a:pt x="1168375" y="1269527"/>
                  <a:pt x="1665431" y="1269527"/>
                </a:cubicBezTo>
                <a:cubicBezTo>
                  <a:pt x="2162487" y="1269527"/>
                  <a:pt x="2565431" y="857313"/>
                  <a:pt x="2565431" y="348821"/>
                </a:cubicBezTo>
                <a:cubicBezTo>
                  <a:pt x="2565431" y="285260"/>
                  <a:pt x="2559135" y="223203"/>
                  <a:pt x="2547146" y="163267"/>
                </a:cubicBezTo>
                <a:lnTo>
                  <a:pt x="2497605" y="0"/>
                </a:lnTo>
                <a:lnTo>
                  <a:pt x="9144000" y="0"/>
                </a:lnTo>
                <a:lnTo>
                  <a:pt x="9144000" y="3940175"/>
                </a:lnTo>
                <a:lnTo>
                  <a:pt x="0" y="3940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8C956EBA-B9A5-8DBA-D871-5D1DC643F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0" y="2112580"/>
            <a:ext cx="4321176" cy="1345323"/>
          </a:xfrm>
        </p:spPr>
        <p:txBody>
          <a:bodyPr anchor="b" anchorCtr="0"/>
          <a:lstStyle/>
          <a:p>
            <a:r>
              <a:rPr lang="de-DE" dirty="0"/>
              <a:t>Mastertitelformat bearbeiten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BF82FA67-300A-D400-3B1C-0ED54C2650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8" y="3563008"/>
            <a:ext cx="4321177" cy="1096305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462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11">
            <a:extLst>
              <a:ext uri="{FF2B5EF4-FFF2-40B4-BE49-F238E27FC236}">
                <a16:creationId xmlns:a16="http://schemas.microsoft.com/office/drawing/2014/main" id="{0ECC2ACB-0CF6-F62F-2981-A66DAFD70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-7402" y="1"/>
            <a:ext cx="7480544" cy="5143498"/>
          </a:xfrm>
          <a:custGeom>
            <a:avLst/>
            <a:gdLst>
              <a:gd name="connsiteX0" fmla="*/ 0 w 7480544"/>
              <a:gd name="connsiteY0" fmla="*/ 0 h 5143498"/>
              <a:gd name="connsiteX1" fmla="*/ 5450020 w 7480544"/>
              <a:gd name="connsiteY1" fmla="*/ 0 h 5143498"/>
              <a:gd name="connsiteX2" fmla="*/ 5496964 w 7480544"/>
              <a:gd name="connsiteY2" fmla="*/ 33383 h 5143498"/>
              <a:gd name="connsiteX3" fmla="*/ 7480544 w 7480544"/>
              <a:gd name="connsiteY3" fmla="*/ 3990506 h 5143498"/>
              <a:gd name="connsiteX4" fmla="*/ 7380218 w 7480544"/>
              <a:gd name="connsiteY4" fmla="*/ 4985718 h 5143498"/>
              <a:gd name="connsiteX5" fmla="*/ 7343803 w 7480544"/>
              <a:gd name="connsiteY5" fmla="*/ 5143498 h 5143498"/>
              <a:gd name="connsiteX6" fmla="*/ 5894455 w 7480544"/>
              <a:gd name="connsiteY6" fmla="*/ 5143498 h 5143498"/>
              <a:gd name="connsiteX7" fmla="*/ 5990353 w 7480544"/>
              <a:gd name="connsiteY7" fmla="*/ 4881485 h 5143498"/>
              <a:gd name="connsiteX8" fmla="*/ 6151585 w 7480544"/>
              <a:gd name="connsiteY8" fmla="*/ 3815033 h 5143498"/>
              <a:gd name="connsiteX9" fmla="*/ 2565299 w 7480544"/>
              <a:gd name="connsiteY9" fmla="*/ 228747 h 5143498"/>
              <a:gd name="connsiteX10" fmla="*/ 29412 w 7480544"/>
              <a:gd name="connsiteY10" fmla="*/ 1279146 h 5143498"/>
              <a:gd name="connsiteX11" fmla="*/ 0 w 7480544"/>
              <a:gd name="connsiteY11" fmla="*/ 1311507 h 514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480544" h="5143498">
                <a:moveTo>
                  <a:pt x="0" y="0"/>
                </a:moveTo>
                <a:lnTo>
                  <a:pt x="5450020" y="0"/>
                </a:lnTo>
                <a:lnTo>
                  <a:pt x="5496964" y="33383"/>
                </a:lnTo>
                <a:cubicBezTo>
                  <a:pt x="6701119" y="933916"/>
                  <a:pt x="7480544" y="2371189"/>
                  <a:pt x="7480544" y="3990506"/>
                </a:cubicBezTo>
                <a:cubicBezTo>
                  <a:pt x="7480544" y="4331415"/>
                  <a:pt x="7445999" y="4664256"/>
                  <a:pt x="7380218" y="4985718"/>
                </a:cubicBezTo>
                <a:lnTo>
                  <a:pt x="7343803" y="5143498"/>
                </a:lnTo>
                <a:lnTo>
                  <a:pt x="5894455" y="5143498"/>
                </a:lnTo>
                <a:lnTo>
                  <a:pt x="5990353" y="4881485"/>
                </a:lnTo>
                <a:cubicBezTo>
                  <a:pt x="6095137" y="4544593"/>
                  <a:pt x="6151585" y="4186405"/>
                  <a:pt x="6151585" y="3815033"/>
                </a:cubicBezTo>
                <a:cubicBezTo>
                  <a:pt x="6151585" y="1834382"/>
                  <a:pt x="4545950" y="228747"/>
                  <a:pt x="2565299" y="228747"/>
                </a:cubicBezTo>
                <a:cubicBezTo>
                  <a:pt x="1574974" y="228747"/>
                  <a:pt x="678402" y="630156"/>
                  <a:pt x="29412" y="1279146"/>
                </a:cubicBezTo>
                <a:lnTo>
                  <a:pt x="0" y="131150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143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80B62F17-2F9F-19EB-10AC-9C57C5DA2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11680" y="1347787"/>
            <a:ext cx="7132320" cy="3311527"/>
          </a:xfrm>
          <a:custGeom>
            <a:avLst/>
            <a:gdLst>
              <a:gd name="connsiteX0" fmla="*/ 1696720 w 7132320"/>
              <a:gd name="connsiteY0" fmla="*/ 0 h 3311527"/>
              <a:gd name="connsiteX1" fmla="*/ 7132320 w 7132320"/>
              <a:gd name="connsiteY1" fmla="*/ 0 h 3311527"/>
              <a:gd name="connsiteX2" fmla="*/ 7132320 w 7132320"/>
              <a:gd name="connsiteY2" fmla="*/ 3311525 h 3311527"/>
              <a:gd name="connsiteX3" fmla="*/ 1696720 w 7132320"/>
              <a:gd name="connsiteY3" fmla="*/ 3311525 h 3311527"/>
              <a:gd name="connsiteX4" fmla="*/ 1696720 w 7132320"/>
              <a:gd name="connsiteY4" fmla="*/ 3310452 h 3311527"/>
              <a:gd name="connsiteX5" fmla="*/ 1675181 w 7132320"/>
              <a:gd name="connsiteY5" fmla="*/ 3311527 h 3311527"/>
              <a:gd name="connsiteX6" fmla="*/ 0 w 7132320"/>
              <a:gd name="connsiteY6" fmla="*/ 1655764 h 3311527"/>
              <a:gd name="connsiteX7" fmla="*/ 1675181 w 7132320"/>
              <a:gd name="connsiteY7" fmla="*/ 1 h 3311527"/>
              <a:gd name="connsiteX8" fmla="*/ 1696720 w 7132320"/>
              <a:gd name="connsiteY8" fmla="*/ 1076 h 331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32320" h="3311527">
                <a:moveTo>
                  <a:pt x="1696720" y="0"/>
                </a:moveTo>
                <a:lnTo>
                  <a:pt x="7132320" y="0"/>
                </a:lnTo>
                <a:lnTo>
                  <a:pt x="7132320" y="3311525"/>
                </a:lnTo>
                <a:lnTo>
                  <a:pt x="1696720" y="3311525"/>
                </a:lnTo>
                <a:lnTo>
                  <a:pt x="1696720" y="3310452"/>
                </a:lnTo>
                <a:lnTo>
                  <a:pt x="1675181" y="3311527"/>
                </a:lnTo>
                <a:cubicBezTo>
                  <a:pt x="750004" y="3311527"/>
                  <a:pt x="0" y="2570217"/>
                  <a:pt x="0" y="1655764"/>
                </a:cubicBezTo>
                <a:cubicBezTo>
                  <a:pt x="0" y="741311"/>
                  <a:pt x="750004" y="1"/>
                  <a:pt x="1675181" y="1"/>
                </a:cubicBezTo>
                <a:lnTo>
                  <a:pt x="1696720" y="1076"/>
                </a:lnTo>
                <a:close/>
              </a:path>
            </a:pathLst>
          </a:custGeom>
          <a:solidFill>
            <a:schemeClr val="accent1">
              <a:alpha val="6102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C7360334-B1DE-5DE4-596E-01810567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>
          <a:xfrm>
            <a:off x="3098257" y="2483008"/>
            <a:ext cx="1080000" cy="10800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24417D-38A2-E88C-5850-6C873835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935" y="1347788"/>
            <a:ext cx="3739989" cy="2116084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BEF358D-561D-7E6E-489D-7EF0954360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156" y="3563008"/>
            <a:ext cx="3734019" cy="1096305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90228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71916-8D56-7B2F-4AA6-4260C487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156" y="2112580"/>
            <a:ext cx="3734019" cy="1345323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1A09318-D60D-6E2A-D7D6-9744650D80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156" y="3563008"/>
            <a:ext cx="3734019" cy="1096305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3039F78-3CE7-544D-1710-02B140FFD3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993064" cy="5143500"/>
          </a:xfrm>
          <a:custGeom>
            <a:avLst/>
            <a:gdLst>
              <a:gd name="connsiteX0" fmla="*/ 0 w 7905759"/>
              <a:gd name="connsiteY0" fmla="*/ 0 h 5143500"/>
              <a:gd name="connsiteX1" fmla="*/ 7905759 w 7905759"/>
              <a:gd name="connsiteY1" fmla="*/ 0 h 5143500"/>
              <a:gd name="connsiteX2" fmla="*/ 7834823 w 7905759"/>
              <a:gd name="connsiteY2" fmla="*/ 16229 h 5143500"/>
              <a:gd name="connsiteX3" fmla="*/ 4548479 w 7905759"/>
              <a:gd name="connsiteY3" fmla="*/ 4222556 h 5143500"/>
              <a:gd name="connsiteX4" fmla="*/ 4637491 w 7905759"/>
              <a:gd name="connsiteY4" fmla="*/ 5097835 h 5143500"/>
              <a:gd name="connsiteX5" fmla="*/ 4649337 w 7905759"/>
              <a:gd name="connsiteY5" fmla="*/ 5143500 h 5143500"/>
              <a:gd name="connsiteX6" fmla="*/ 0 w 7905759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05759" h="5143500">
                <a:moveTo>
                  <a:pt x="0" y="0"/>
                </a:moveTo>
                <a:lnTo>
                  <a:pt x="7905759" y="0"/>
                </a:lnTo>
                <a:lnTo>
                  <a:pt x="7834823" y="16229"/>
                </a:lnTo>
                <a:cubicBezTo>
                  <a:pt x="5944952" y="498228"/>
                  <a:pt x="4548479" y="2198733"/>
                  <a:pt x="4548479" y="4222556"/>
                </a:cubicBezTo>
                <a:cubicBezTo>
                  <a:pt x="4548479" y="4522382"/>
                  <a:pt x="4579129" y="4815112"/>
                  <a:pt x="4637491" y="5097835"/>
                </a:cubicBezTo>
                <a:lnTo>
                  <a:pt x="4649337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9406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0F7F22-5C8F-F681-3353-F05C1DCC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313" y="1347789"/>
            <a:ext cx="3852862" cy="2108334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29C0138-5FFE-2C58-5342-42D18DCAA2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572000" cy="5158299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8" name="Textplatzhalter 24">
            <a:extLst>
              <a:ext uri="{FF2B5EF4-FFF2-40B4-BE49-F238E27FC236}">
                <a16:creationId xmlns:a16="http://schemas.microsoft.com/office/drawing/2014/main" id="{2010C4CE-4674-FDBC-98A6-FD2D6BE52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 flipH="1">
            <a:off x="937669" y="1030467"/>
            <a:ext cx="4664798" cy="2603865"/>
          </a:xfrm>
          <a:custGeom>
            <a:avLst/>
            <a:gdLst>
              <a:gd name="connsiteX0" fmla="*/ 0 w 4649999"/>
              <a:gd name="connsiteY0" fmla="*/ 1532685 h 2603865"/>
              <a:gd name="connsiteX1" fmla="*/ 0 w 4649999"/>
              <a:gd name="connsiteY1" fmla="*/ 0 h 2603865"/>
              <a:gd name="connsiteX2" fmla="*/ 195396 w 4649999"/>
              <a:gd name="connsiteY2" fmla="*/ 14841 h 2603865"/>
              <a:gd name="connsiteX3" fmla="*/ 4548831 w 4649999"/>
              <a:gd name="connsiteY3" fmla="*/ 2463996 h 2603865"/>
              <a:gd name="connsiteX4" fmla="*/ 4649999 w 4649999"/>
              <a:gd name="connsiteY4" fmla="*/ 2603865 h 2603865"/>
              <a:gd name="connsiteX5" fmla="*/ 2561285 w 4649999"/>
              <a:gd name="connsiteY5" fmla="*/ 2603865 h 2603865"/>
              <a:gd name="connsiteX6" fmla="*/ 2418248 w 4649999"/>
              <a:gd name="connsiteY6" fmla="*/ 2483655 h 2603865"/>
              <a:gd name="connsiteX7" fmla="*/ 28453 w 4649999"/>
              <a:gd name="connsiteY7" fmla="*/ 1534848 h 260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49999" h="2603865">
                <a:moveTo>
                  <a:pt x="0" y="1532685"/>
                </a:moveTo>
                <a:lnTo>
                  <a:pt x="0" y="0"/>
                </a:lnTo>
                <a:lnTo>
                  <a:pt x="195396" y="14841"/>
                </a:lnTo>
                <a:cubicBezTo>
                  <a:pt x="1970903" y="194943"/>
                  <a:pt x="3527048" y="1116205"/>
                  <a:pt x="4548831" y="2463996"/>
                </a:cubicBezTo>
                <a:lnTo>
                  <a:pt x="4649999" y="2603865"/>
                </a:lnTo>
                <a:lnTo>
                  <a:pt x="2561285" y="2603865"/>
                </a:lnTo>
                <a:lnTo>
                  <a:pt x="2418248" y="2483655"/>
                </a:lnTo>
                <a:cubicBezTo>
                  <a:pt x="1742239" y="1965367"/>
                  <a:pt x="922151" y="1625608"/>
                  <a:pt x="28453" y="1534848"/>
                </a:cubicBezTo>
                <a:close/>
              </a:path>
            </a:pathLst>
          </a:custGeom>
          <a:solidFill>
            <a:schemeClr val="bg1">
              <a:alpha val="60057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 </a:t>
            </a:r>
          </a:p>
        </p:txBody>
      </p:sp>
      <p:sp>
        <p:nvSpPr>
          <p:cNvPr id="4" name="Textplatzhalter 17">
            <a:extLst>
              <a:ext uri="{FF2B5EF4-FFF2-40B4-BE49-F238E27FC236}">
                <a16:creationId xmlns:a16="http://schemas.microsoft.com/office/drawing/2014/main" id="{B4401948-A208-9441-2280-69D947130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0314" y="3563008"/>
            <a:ext cx="3852862" cy="1096305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85156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hlen+Fak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2CAF33B-E16F-460C-7D6C-65941D66F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" y="1737814"/>
            <a:ext cx="2590209" cy="3405686"/>
          </a:xfrm>
          <a:custGeom>
            <a:avLst/>
            <a:gdLst>
              <a:gd name="connsiteX0" fmla="*/ 628209 w 2590209"/>
              <a:gd name="connsiteY0" fmla="*/ 0 h 3405686"/>
              <a:gd name="connsiteX1" fmla="*/ 2590209 w 2590209"/>
              <a:gd name="connsiteY1" fmla="*/ 1962000 h 3405686"/>
              <a:gd name="connsiteX2" fmla="*/ 2015553 w 2590209"/>
              <a:gd name="connsiteY2" fmla="*/ 3349344 h 3405686"/>
              <a:gd name="connsiteX3" fmla="*/ 1953561 w 2590209"/>
              <a:gd name="connsiteY3" fmla="*/ 3405686 h 3405686"/>
              <a:gd name="connsiteX4" fmla="*/ 0 w 2590209"/>
              <a:gd name="connsiteY4" fmla="*/ 3405686 h 3405686"/>
              <a:gd name="connsiteX5" fmla="*/ 0 w 2590209"/>
              <a:gd name="connsiteY5" fmla="*/ 104594 h 3405686"/>
              <a:gd name="connsiteX6" fmla="*/ 44770 w 2590209"/>
              <a:gd name="connsiteY6" fmla="*/ 88208 h 3405686"/>
              <a:gd name="connsiteX7" fmla="*/ 628209 w 2590209"/>
              <a:gd name="connsiteY7" fmla="*/ 0 h 3405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90209" h="3405686">
                <a:moveTo>
                  <a:pt x="628209" y="0"/>
                </a:moveTo>
                <a:cubicBezTo>
                  <a:pt x="1711792" y="0"/>
                  <a:pt x="2590209" y="878417"/>
                  <a:pt x="2590209" y="1962000"/>
                </a:cubicBezTo>
                <a:cubicBezTo>
                  <a:pt x="2590209" y="2503792"/>
                  <a:pt x="2370605" y="2994292"/>
                  <a:pt x="2015553" y="3349344"/>
                </a:cubicBezTo>
                <a:lnTo>
                  <a:pt x="1953561" y="3405686"/>
                </a:lnTo>
                <a:lnTo>
                  <a:pt x="0" y="3405686"/>
                </a:lnTo>
                <a:lnTo>
                  <a:pt x="0" y="104594"/>
                </a:lnTo>
                <a:lnTo>
                  <a:pt x="44770" y="88208"/>
                </a:lnTo>
                <a:cubicBezTo>
                  <a:pt x="229078" y="30882"/>
                  <a:pt x="425037" y="0"/>
                  <a:pt x="6282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A92E03F-6BE3-EE71-DCF6-97CDCE6A6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131889"/>
            <a:ext cx="3199464" cy="4011613"/>
          </a:xfrm>
          <a:custGeom>
            <a:avLst/>
            <a:gdLst>
              <a:gd name="connsiteX0" fmla="*/ 624705 w 3199464"/>
              <a:gd name="connsiteY0" fmla="*/ 0 h 4011613"/>
              <a:gd name="connsiteX1" fmla="*/ 3199464 w 3199464"/>
              <a:gd name="connsiteY1" fmla="*/ 2571750 h 4011613"/>
              <a:gd name="connsiteX2" fmla="*/ 2759736 w 3199464"/>
              <a:gd name="connsiteY2" fmla="*/ 4009640 h 4011613"/>
              <a:gd name="connsiteX3" fmla="*/ 2758258 w 3199464"/>
              <a:gd name="connsiteY3" fmla="*/ 4011613 h 4011613"/>
              <a:gd name="connsiteX4" fmla="*/ 1924137 w 3199464"/>
              <a:gd name="connsiteY4" fmla="*/ 4011613 h 4011613"/>
              <a:gd name="connsiteX5" fmla="*/ 1995144 w 3199464"/>
              <a:gd name="connsiteY5" fmla="*/ 3947078 h 4011613"/>
              <a:gd name="connsiteX6" fmla="*/ 2564528 w 3199464"/>
              <a:gd name="connsiteY6" fmla="*/ 2572462 h 4011613"/>
              <a:gd name="connsiteX7" fmla="*/ 620528 w 3199464"/>
              <a:gd name="connsiteY7" fmla="*/ 628462 h 4011613"/>
              <a:gd name="connsiteX8" fmla="*/ 42442 w 3199464"/>
              <a:gd name="connsiteY8" fmla="*/ 715860 h 4011613"/>
              <a:gd name="connsiteX9" fmla="*/ 0 w 3199464"/>
              <a:gd name="connsiteY9" fmla="*/ 731394 h 4011613"/>
              <a:gd name="connsiteX10" fmla="*/ 0 w 3199464"/>
              <a:gd name="connsiteY10" fmla="*/ 79422 h 4011613"/>
              <a:gd name="connsiteX11" fmla="*/ 105801 w 3199464"/>
              <a:gd name="connsiteY11" fmla="*/ 52249 h 4011613"/>
              <a:gd name="connsiteX12" fmla="*/ 624705 w 3199464"/>
              <a:gd name="connsiteY12" fmla="*/ 0 h 401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99464" h="4011613">
                <a:moveTo>
                  <a:pt x="624705" y="0"/>
                </a:moveTo>
                <a:cubicBezTo>
                  <a:pt x="2046705" y="0"/>
                  <a:pt x="3199464" y="1151412"/>
                  <a:pt x="3199464" y="2571750"/>
                </a:cubicBezTo>
                <a:cubicBezTo>
                  <a:pt x="3199464" y="3104377"/>
                  <a:pt x="3037357" y="3599186"/>
                  <a:pt x="2759736" y="4009640"/>
                </a:cubicBezTo>
                <a:lnTo>
                  <a:pt x="2758258" y="4011613"/>
                </a:lnTo>
                <a:lnTo>
                  <a:pt x="1924137" y="4011613"/>
                </a:lnTo>
                <a:lnTo>
                  <a:pt x="1995144" y="3947078"/>
                </a:lnTo>
                <a:cubicBezTo>
                  <a:pt x="2346939" y="3595283"/>
                  <a:pt x="2564528" y="3109283"/>
                  <a:pt x="2564528" y="2572462"/>
                </a:cubicBezTo>
                <a:cubicBezTo>
                  <a:pt x="2564528" y="1498820"/>
                  <a:pt x="1694170" y="628462"/>
                  <a:pt x="620528" y="628462"/>
                </a:cubicBezTo>
                <a:cubicBezTo>
                  <a:pt x="419220" y="628462"/>
                  <a:pt x="225059" y="659061"/>
                  <a:pt x="42442" y="715860"/>
                </a:cubicBezTo>
                <a:lnTo>
                  <a:pt x="0" y="731394"/>
                </a:lnTo>
                <a:lnTo>
                  <a:pt x="0" y="79422"/>
                </a:lnTo>
                <a:lnTo>
                  <a:pt x="105801" y="52249"/>
                </a:lnTo>
                <a:cubicBezTo>
                  <a:pt x="273412" y="17991"/>
                  <a:pt x="446955" y="0"/>
                  <a:pt x="62470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74F4A7-38F8-CD87-3DB7-BE960AAE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492A5F-F696-86DF-EBA8-C182A39D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86FB-367E-4514-B450-A3CE1EDE6AEE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14326F-0479-B376-00A0-3028068C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B36C3D-A59B-F777-4AE8-A5E6CBB5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9688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animBg="1">
        <p:tmplLst>
          <p:tmpl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Hervorheb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2AE61713-A4DE-3BCC-7A23-A4C395DEC563}"/>
              </a:ext>
            </a:extLst>
          </p:cNvPr>
          <p:cNvSpPr/>
          <p:nvPr userDrawn="1"/>
        </p:nvSpPr>
        <p:spPr>
          <a:xfrm>
            <a:off x="-1" y="2571749"/>
            <a:ext cx="8893176" cy="2576466"/>
          </a:xfrm>
          <a:custGeom>
            <a:avLst/>
            <a:gdLst>
              <a:gd name="connsiteX0" fmla="*/ 0 w 8893176"/>
              <a:gd name="connsiteY0" fmla="*/ 0 h 2576466"/>
              <a:gd name="connsiteX1" fmla="*/ 7596188 w 8893176"/>
              <a:gd name="connsiteY1" fmla="*/ 0 h 2576466"/>
              <a:gd name="connsiteX2" fmla="*/ 7596188 w 8893176"/>
              <a:gd name="connsiteY2" fmla="*/ 40 h 2576466"/>
              <a:gd name="connsiteX3" fmla="*/ 7596982 w 8893176"/>
              <a:gd name="connsiteY3" fmla="*/ 0 h 2576466"/>
              <a:gd name="connsiteX4" fmla="*/ 8893176 w 8893176"/>
              <a:gd name="connsiteY4" fmla="*/ 1288233 h 2576466"/>
              <a:gd name="connsiteX5" fmla="*/ 7596982 w 8893176"/>
              <a:gd name="connsiteY5" fmla="*/ 2576466 h 2576466"/>
              <a:gd name="connsiteX6" fmla="*/ 7503011 w 8893176"/>
              <a:gd name="connsiteY6" fmla="*/ 2571750 h 2576466"/>
              <a:gd name="connsiteX7" fmla="*/ 0 w 8893176"/>
              <a:gd name="connsiteY7" fmla="*/ 2571750 h 257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3176" h="2576466">
                <a:moveTo>
                  <a:pt x="0" y="0"/>
                </a:moveTo>
                <a:lnTo>
                  <a:pt x="7596188" y="0"/>
                </a:lnTo>
                <a:lnTo>
                  <a:pt x="7596188" y="40"/>
                </a:lnTo>
                <a:lnTo>
                  <a:pt x="7596982" y="0"/>
                </a:lnTo>
                <a:cubicBezTo>
                  <a:pt x="8312850" y="0"/>
                  <a:pt x="8893176" y="576762"/>
                  <a:pt x="8893176" y="1288233"/>
                </a:cubicBezTo>
                <a:cubicBezTo>
                  <a:pt x="8893176" y="1999704"/>
                  <a:pt x="8312850" y="2576466"/>
                  <a:pt x="7596982" y="2576466"/>
                </a:cubicBezTo>
                <a:lnTo>
                  <a:pt x="7503011" y="2571750"/>
                </a:lnTo>
                <a:lnTo>
                  <a:pt x="0" y="25717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4C6DC01-B7C3-715F-C038-214C2AEAE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1775"/>
            <a:ext cx="6049963" cy="11160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7698575-E094-49F9-4E7E-D754B89F3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6" y="1347788"/>
            <a:ext cx="7742238" cy="1223961"/>
          </a:xfrm>
          <a:solidFill>
            <a:schemeClr val="bg1"/>
          </a:solidFill>
        </p:spPr>
        <p:txBody>
          <a:bodyPr lIns="0" tIns="0" rIns="108000" bIns="0"/>
          <a:lstStyle>
            <a:lvl1pPr>
              <a:buClr>
                <a:schemeClr val="accent1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1B53423-3FEC-54D5-A98F-2DD93BE63C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0825" y="2760785"/>
            <a:ext cx="7742238" cy="1898528"/>
          </a:xfrm>
          <a:noFill/>
        </p:spPr>
        <p:txBody>
          <a:bodyPr lIns="0" tIns="0" rIns="0" bIns="0"/>
          <a:lstStyle>
            <a:lvl1pPr marL="216000" indent="-216000">
              <a:buClr>
                <a:schemeClr val="tx1"/>
              </a:buClr>
              <a:buSzPct val="140000"/>
              <a:defRPr sz="1200"/>
            </a:lvl1pPr>
            <a:lvl2pPr marL="378000" indent="-180000">
              <a:buClr>
                <a:schemeClr val="tx1"/>
              </a:buClr>
              <a:defRPr sz="1200"/>
            </a:lvl2pPr>
            <a:lvl3pPr indent="-180000">
              <a:defRPr/>
            </a:lvl3pPr>
            <a:lvl4pPr indent="-180000">
              <a:defRPr/>
            </a:lvl4pPr>
            <a:lvl5pPr indent="-18000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9" name="Grafik 8" descr="Ein Bild, das Text, Screenshot, Schrift, Rechteck enthält.&#10;&#10;Automatisch generierte Beschreibung">
            <a:extLst>
              <a:ext uri="{FF2B5EF4-FFF2-40B4-BE49-F238E27FC236}">
                <a16:creationId xmlns:a16="http://schemas.microsoft.com/office/drawing/2014/main" id="{A21E007A-F162-0922-129A-B550A8A83A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3175" y="231775"/>
            <a:ext cx="900000" cy="770400"/>
          </a:xfrm>
          <a:prstGeom prst="rect">
            <a:avLst/>
          </a:prstGeom>
        </p:spPr>
      </p:pic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6AF483B9-42FD-BAD9-A7C1-8015CD776B3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8F4F6A9-C65B-4DF1-A71E-5508DF4CE048}" type="datetime1">
              <a:rPr lang="de-AT" smtClean="0"/>
              <a:t>13.01.2026</a:t>
            </a:fld>
            <a:endParaRPr lang="de-AT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439CE12-A7CA-8251-24D4-03C73FF629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23C3D1A3-10C7-CCD3-A4EE-4C4B2511519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780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  <p15:guide id="2" pos="478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+Antw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AD07B-954B-5167-5BD1-674C42B8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4CF2C3A-85FF-02ED-B20E-B27E64BE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9461" y="1719588"/>
            <a:ext cx="3273068" cy="3273068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4A69DCD-8442-FA0F-93EF-E19AF835B1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1708150"/>
            <a:ext cx="1728788" cy="864000"/>
          </a:xfrm>
          <a:solidFill>
            <a:schemeClr val="tx1"/>
          </a:solidFill>
        </p:spPr>
        <p:txBody>
          <a:bodyPr lIns="108000" tIns="72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07A1BF50-79F3-C934-D99B-44EE50E447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0825" y="2571750"/>
            <a:ext cx="1727198" cy="2087563"/>
          </a:xfrm>
          <a:solidFill>
            <a:schemeClr val="bg1">
              <a:alpha val="70000"/>
            </a:schemeClr>
          </a:solidFill>
        </p:spPr>
        <p:txBody>
          <a:bodyPr lIns="108000" tIns="144000" rIns="72000" bIns="72000"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636CC087-F4FF-D046-7509-316D98C6C9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79613" y="1708150"/>
            <a:ext cx="1728788" cy="864000"/>
          </a:xfrm>
          <a:solidFill>
            <a:schemeClr val="accent1"/>
          </a:solidFill>
        </p:spPr>
        <p:txBody>
          <a:bodyPr lIns="108000" tIns="72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CA7CD0E3-C58B-D941-7BDF-1BFBDA530C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78023" y="2571749"/>
            <a:ext cx="1727198" cy="2087563"/>
          </a:xfrm>
          <a:solidFill>
            <a:schemeClr val="bg1">
              <a:alpha val="70000"/>
            </a:schemeClr>
          </a:solidFill>
        </p:spPr>
        <p:txBody>
          <a:bodyPr lIns="108000" tIns="144000" rIns="72000" bIns="72000"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4A13CEFF-9B17-9937-6D07-188CB6A153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8401" y="1708150"/>
            <a:ext cx="1728788" cy="864000"/>
          </a:xfrm>
          <a:solidFill>
            <a:schemeClr val="accent2"/>
          </a:solidFill>
        </p:spPr>
        <p:txBody>
          <a:bodyPr lIns="108000" tIns="72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89B71197-A678-1966-2C5C-CE8E268F26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05221" y="2571750"/>
            <a:ext cx="1727198" cy="2087561"/>
          </a:xfrm>
          <a:solidFill>
            <a:schemeClr val="bg1">
              <a:alpha val="70000"/>
            </a:schemeClr>
          </a:solidFill>
        </p:spPr>
        <p:txBody>
          <a:bodyPr lIns="108000" tIns="144000" rIns="72000" bIns="72000"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404C362D-3559-1E3E-AA21-44A9ECDAC5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37189" y="1708150"/>
            <a:ext cx="1728788" cy="864000"/>
          </a:xfrm>
          <a:solidFill>
            <a:schemeClr val="accent3"/>
          </a:solidFill>
        </p:spPr>
        <p:txBody>
          <a:bodyPr lIns="108000" tIns="72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8">
            <a:extLst>
              <a:ext uri="{FF2B5EF4-FFF2-40B4-BE49-F238E27FC236}">
                <a16:creationId xmlns:a16="http://schemas.microsoft.com/office/drawing/2014/main" id="{D961F816-B370-45CE-FC90-651B4FD8B9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9617" y="2571752"/>
            <a:ext cx="1727198" cy="2087563"/>
          </a:xfrm>
          <a:solidFill>
            <a:schemeClr val="bg1">
              <a:alpha val="70000"/>
            </a:schemeClr>
          </a:solidFill>
        </p:spPr>
        <p:txBody>
          <a:bodyPr lIns="108000" tIns="144000" rIns="72000" bIns="72000"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2937EC05-43D0-6C1F-D12B-C1C72CE8B9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5977" y="1708150"/>
            <a:ext cx="1728788" cy="864000"/>
          </a:xfrm>
          <a:solidFill>
            <a:schemeClr val="accent4"/>
          </a:solidFill>
        </p:spPr>
        <p:txBody>
          <a:bodyPr lIns="108000" tIns="72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18">
            <a:extLst>
              <a:ext uri="{FF2B5EF4-FFF2-40B4-BE49-F238E27FC236}">
                <a16:creationId xmlns:a16="http://schemas.microsoft.com/office/drawing/2014/main" id="{96CA2E42-955E-D911-CA16-E99218DFD6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32419" y="2571751"/>
            <a:ext cx="1727198" cy="2087560"/>
          </a:xfrm>
          <a:solidFill>
            <a:schemeClr val="bg1">
              <a:alpha val="70000"/>
            </a:schemeClr>
          </a:solidFill>
        </p:spPr>
        <p:txBody>
          <a:bodyPr lIns="108000" tIns="144000" rIns="72000" bIns="72000"/>
          <a:lstStyle>
            <a:lvl1pPr marL="0" indent="0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EDD42B-8E16-A405-F703-82C3CDC9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AB99-9A3F-46B4-8DC9-FEABD8E07814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30CF44-488D-4331-F873-9C215C1A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C676DA-990E-293B-DA01-D0AF25B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301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107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löck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99861A8C-E576-1C5A-70AA-1026367A56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6300606" cy="5143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231776"/>
            <a:ext cx="6049963" cy="111044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BDD5B494-4B9E-DF55-A294-A27BB05631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731" y="1347789"/>
            <a:ext cx="6050874" cy="874368"/>
          </a:xfrm>
          <a:noFill/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4212CFF-91AD-92F0-A3A5-765EDBA478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227730"/>
            <a:ext cx="6300605" cy="2079177"/>
          </a:xfrm>
          <a:solidFill>
            <a:schemeClr val="bg1">
              <a:alpha val="75000"/>
            </a:schemeClr>
          </a:solidFill>
        </p:spPr>
        <p:txBody>
          <a:bodyPr lIns="251999" tIns="72000" rIns="180000" bIns="72000" anchor="ctr" anchorCtr="0"/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9CBA5CA-EB86-ED66-9FC4-0F7B08F020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0788" y="2220750"/>
            <a:ext cx="2593481" cy="702000"/>
          </a:xfrm>
          <a:solidFill>
            <a:schemeClr val="tx1"/>
          </a:solidFill>
        </p:spPr>
        <p:txBody>
          <a:bodyPr lIns="72000" tIns="72000" rIns="72000" bIns="72000" anchor="ctr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005131D-1095-0EF4-BFA9-39A198974E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00788" y="2913532"/>
            <a:ext cx="2593663" cy="702000"/>
          </a:xfrm>
          <a:solidFill>
            <a:schemeClr val="accent1"/>
          </a:solidFill>
        </p:spPr>
        <p:txBody>
          <a:bodyPr lIns="72000" tIns="72000" rIns="72000" bIns="72000" anchor="ctr" anchorCtr="0"/>
          <a:lstStyle>
            <a:lvl1pPr>
              <a:buClr>
                <a:schemeClr val="bg1"/>
              </a:buClr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4EE702A8-24FF-1C77-0695-B4CDEAAB37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0788" y="3615532"/>
            <a:ext cx="2593663" cy="692781"/>
          </a:xfrm>
          <a:solidFill>
            <a:schemeClr val="accent2"/>
          </a:solidFill>
        </p:spPr>
        <p:txBody>
          <a:bodyPr lIns="72000" tIns="72000" rIns="72000" bIns="72000" anchor="ctr" anchorCtr="0"/>
          <a:lstStyle>
            <a:lvl1pPr>
              <a:buClr>
                <a:schemeClr val="bg1"/>
              </a:buClr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778F-3199-4B30-BFC8-1A75D390E905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04052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löcke +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ihandform 29">
            <a:extLst>
              <a:ext uri="{FF2B5EF4-FFF2-40B4-BE49-F238E27FC236}">
                <a16:creationId xmlns:a16="http://schemas.microsoft.com/office/drawing/2014/main" id="{3DEE2CE0-C437-6E72-56EC-0186BED2C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-7402" y="1"/>
            <a:ext cx="7480544" cy="5143498"/>
          </a:xfrm>
          <a:custGeom>
            <a:avLst/>
            <a:gdLst>
              <a:gd name="connsiteX0" fmla="*/ 0 w 7480544"/>
              <a:gd name="connsiteY0" fmla="*/ 0 h 5143498"/>
              <a:gd name="connsiteX1" fmla="*/ 5450020 w 7480544"/>
              <a:gd name="connsiteY1" fmla="*/ 0 h 5143498"/>
              <a:gd name="connsiteX2" fmla="*/ 5496964 w 7480544"/>
              <a:gd name="connsiteY2" fmla="*/ 33383 h 5143498"/>
              <a:gd name="connsiteX3" fmla="*/ 7480544 w 7480544"/>
              <a:gd name="connsiteY3" fmla="*/ 3990506 h 5143498"/>
              <a:gd name="connsiteX4" fmla="*/ 7380218 w 7480544"/>
              <a:gd name="connsiteY4" fmla="*/ 4985718 h 5143498"/>
              <a:gd name="connsiteX5" fmla="*/ 7343803 w 7480544"/>
              <a:gd name="connsiteY5" fmla="*/ 5143498 h 5143498"/>
              <a:gd name="connsiteX6" fmla="*/ 5894455 w 7480544"/>
              <a:gd name="connsiteY6" fmla="*/ 5143498 h 5143498"/>
              <a:gd name="connsiteX7" fmla="*/ 5990353 w 7480544"/>
              <a:gd name="connsiteY7" fmla="*/ 4881485 h 5143498"/>
              <a:gd name="connsiteX8" fmla="*/ 6151585 w 7480544"/>
              <a:gd name="connsiteY8" fmla="*/ 3815033 h 5143498"/>
              <a:gd name="connsiteX9" fmla="*/ 2565299 w 7480544"/>
              <a:gd name="connsiteY9" fmla="*/ 228747 h 5143498"/>
              <a:gd name="connsiteX10" fmla="*/ 29412 w 7480544"/>
              <a:gd name="connsiteY10" fmla="*/ 1279146 h 5143498"/>
              <a:gd name="connsiteX11" fmla="*/ 0 w 7480544"/>
              <a:gd name="connsiteY11" fmla="*/ 1311507 h 514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480544" h="5143498">
                <a:moveTo>
                  <a:pt x="0" y="0"/>
                </a:moveTo>
                <a:lnTo>
                  <a:pt x="5450020" y="0"/>
                </a:lnTo>
                <a:lnTo>
                  <a:pt x="5496964" y="33383"/>
                </a:lnTo>
                <a:cubicBezTo>
                  <a:pt x="6701119" y="933916"/>
                  <a:pt x="7480544" y="2371189"/>
                  <a:pt x="7480544" y="3990506"/>
                </a:cubicBezTo>
                <a:cubicBezTo>
                  <a:pt x="7480544" y="4331415"/>
                  <a:pt x="7445999" y="4664256"/>
                  <a:pt x="7380218" y="4985718"/>
                </a:cubicBezTo>
                <a:lnTo>
                  <a:pt x="7343803" y="5143498"/>
                </a:lnTo>
                <a:lnTo>
                  <a:pt x="5894455" y="5143498"/>
                </a:lnTo>
                <a:lnTo>
                  <a:pt x="5990353" y="4881485"/>
                </a:lnTo>
                <a:cubicBezTo>
                  <a:pt x="6095137" y="4544593"/>
                  <a:pt x="6151585" y="4186405"/>
                  <a:pt x="6151585" y="3815033"/>
                </a:cubicBezTo>
                <a:cubicBezTo>
                  <a:pt x="6151585" y="1834382"/>
                  <a:pt x="4545950" y="228747"/>
                  <a:pt x="2565299" y="228747"/>
                </a:cubicBezTo>
                <a:cubicBezTo>
                  <a:pt x="1574974" y="228747"/>
                  <a:pt x="678402" y="630156"/>
                  <a:pt x="29412" y="1279146"/>
                </a:cubicBezTo>
                <a:lnTo>
                  <a:pt x="0" y="131150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143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231776"/>
            <a:ext cx="6049963" cy="1116012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BDD5B494-4B9E-DF55-A294-A27BB05631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731" y="1347789"/>
            <a:ext cx="6050874" cy="874368"/>
          </a:xfrm>
          <a:noFill/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>
              <a:defRPr sz="1600"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4212CFF-91AD-92F0-A3A5-765EDBA478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220750"/>
            <a:ext cx="6300605" cy="2086157"/>
          </a:xfrm>
          <a:solidFill>
            <a:schemeClr val="accent1"/>
          </a:solidFill>
        </p:spPr>
        <p:txBody>
          <a:bodyPr lIns="251999" tIns="72000" rIns="180000" bIns="72000" anchor="ctr" anchorCtr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9CBA5CA-EB86-ED66-9FC4-0F7B08F020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0788" y="2220750"/>
            <a:ext cx="2593481" cy="702000"/>
          </a:xfrm>
          <a:solidFill>
            <a:schemeClr val="accent2"/>
          </a:solidFill>
        </p:spPr>
        <p:txBody>
          <a:bodyPr lIns="72000" tIns="72000" rIns="72000" bIns="72000" anchor="ctr" anchorCtr="0"/>
          <a:lstStyle>
            <a:lvl1pPr>
              <a:buClr>
                <a:schemeClr val="bg1"/>
              </a:buClr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005131D-1095-0EF4-BFA9-39A198974E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00788" y="2913532"/>
            <a:ext cx="2593663" cy="702000"/>
          </a:xfrm>
          <a:solidFill>
            <a:schemeClr val="accent5"/>
          </a:solidFill>
        </p:spPr>
        <p:txBody>
          <a:bodyPr lIns="72000" tIns="72000" rIns="72000" bIns="72000" anchor="ctr" anchorCtr="0"/>
          <a:lstStyle>
            <a:lvl1pPr>
              <a:buClr>
                <a:schemeClr val="bg1"/>
              </a:buClr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4EE702A8-24FF-1C77-0695-B4CDEAAB37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0788" y="3615532"/>
            <a:ext cx="2593663" cy="692781"/>
          </a:xfrm>
          <a:solidFill>
            <a:schemeClr val="accent6"/>
          </a:solidFill>
        </p:spPr>
        <p:txBody>
          <a:bodyPr lIns="72000" tIns="72000" rIns="72000" bIns="72000" anchor="ctr" anchorCtr="0"/>
          <a:lstStyle>
            <a:lvl1pPr>
              <a:buClr>
                <a:schemeClr val="bg1"/>
              </a:buClr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3258-E454-4AB2-AB68-0A3FDEE75715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6717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B2EF6C-F3B6-8252-81D5-71D3B37B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1775"/>
            <a:ext cx="4320000" cy="11160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54B0E51B-DFA0-4AE1-B598-B0D53966BE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0825" y="1347788"/>
            <a:ext cx="3420000" cy="331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E2A2032E-A539-2EEE-2E0D-9D2FDD34945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04496" y="0"/>
            <a:ext cx="4539504" cy="4616376"/>
          </a:xfrm>
          <a:custGeom>
            <a:avLst/>
            <a:gdLst>
              <a:gd name="connsiteX0" fmla="*/ 0 w 4539504"/>
              <a:gd name="connsiteY0" fmla="*/ 0 h 4616376"/>
              <a:gd name="connsiteX1" fmla="*/ 1466533 w 4539504"/>
              <a:gd name="connsiteY1" fmla="*/ 0 h 4616376"/>
              <a:gd name="connsiteX2" fmla="*/ 1494241 w 4539504"/>
              <a:gd name="connsiteY2" fmla="*/ 155155 h 4616376"/>
              <a:gd name="connsiteX3" fmla="*/ 4434221 w 4539504"/>
              <a:gd name="connsiteY3" fmla="*/ 3022538 h 4616376"/>
              <a:gd name="connsiteX4" fmla="*/ 4539504 w 4539504"/>
              <a:gd name="connsiteY4" fmla="*/ 3036581 h 4616376"/>
              <a:gd name="connsiteX5" fmla="*/ 4539504 w 4539504"/>
              <a:gd name="connsiteY5" fmla="*/ 4616376 h 4616376"/>
              <a:gd name="connsiteX6" fmla="*/ 4480915 w 4539504"/>
              <a:gd name="connsiteY6" fmla="*/ 4609634 h 4616376"/>
              <a:gd name="connsiteX7" fmla="*/ 27856 w 4539504"/>
              <a:gd name="connsiteY7" fmla="*/ 219218 h 461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9504" h="4616376">
                <a:moveTo>
                  <a:pt x="0" y="0"/>
                </a:moveTo>
                <a:lnTo>
                  <a:pt x="1466533" y="0"/>
                </a:lnTo>
                <a:lnTo>
                  <a:pt x="1494241" y="155155"/>
                </a:lnTo>
                <a:cubicBezTo>
                  <a:pt x="1793088" y="1615584"/>
                  <a:pt x="2961106" y="2759402"/>
                  <a:pt x="4434221" y="3022538"/>
                </a:cubicBezTo>
                <a:lnTo>
                  <a:pt x="4539504" y="3036581"/>
                </a:lnTo>
                <a:lnTo>
                  <a:pt x="4539504" y="4616376"/>
                </a:lnTo>
                <a:lnTo>
                  <a:pt x="4480915" y="4609634"/>
                </a:lnTo>
                <a:cubicBezTo>
                  <a:pt x="2192238" y="4293029"/>
                  <a:pt x="375997" y="2497670"/>
                  <a:pt x="27856" y="21921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6" name="Textplatzhalter 22">
            <a:extLst>
              <a:ext uri="{FF2B5EF4-FFF2-40B4-BE49-F238E27FC236}">
                <a16:creationId xmlns:a16="http://schemas.microsoft.com/office/drawing/2014/main" id="{3FC9E091-BAC6-FDDA-F8C8-DCE6337DF6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93964" y="1347787"/>
            <a:ext cx="3421063" cy="331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B27ADE-DA57-CA10-3866-4E8E0E43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02C7-4C0B-46C8-877C-FC041EBB2601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697FCD-8C80-6876-DFA8-4C9CFB740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9526C5-D7AC-EF32-DB6B-D365A441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214932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 qu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C555E7-B8CC-FA8A-1244-A19E51BD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98F68-A595-DA46-2D82-73ACE794C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6" y="1347788"/>
            <a:ext cx="4141788" cy="1223962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/>
            </a:lvl1pPr>
            <a:lvl2pPr marL="288000" indent="0">
              <a:spcAft>
                <a:spcPts val="0"/>
              </a:spcAft>
              <a:buNone/>
              <a:defRPr/>
            </a:lvl2pPr>
            <a:lvl3pPr marL="677250" indent="0">
              <a:buNone/>
              <a:defRPr/>
            </a:lvl3pPr>
            <a:lvl4pPr marL="1020150" indent="0">
              <a:buNone/>
              <a:defRPr/>
            </a:lvl4pPr>
            <a:lvl5pPr marL="136305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8D3F24D-5C9A-6CC2-3C26-5E985CE9FD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1387" y="1347788"/>
            <a:ext cx="4141788" cy="1223962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/>
            </a:lvl1pPr>
            <a:lvl2pPr marL="288000" indent="0">
              <a:spcAft>
                <a:spcPts val="0"/>
              </a:spcAft>
              <a:buNone/>
              <a:defRPr/>
            </a:lvl2pPr>
            <a:lvl3pPr marL="677250" indent="0">
              <a:buNone/>
              <a:defRPr/>
            </a:lvl3pPr>
            <a:lvl4pPr marL="1020150" indent="0">
              <a:buNone/>
              <a:defRPr/>
            </a:lvl4pPr>
            <a:lvl5pPr marL="136305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4D326836-8878-4C31-AB23-071B6D5019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825" y="2571750"/>
            <a:ext cx="8642349" cy="208756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B2B5DD95-F585-34FC-E77E-A400FBC869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3761" y="4438185"/>
            <a:ext cx="3988852" cy="221128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E75162-94D2-92EA-1E78-FACDCDD2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48BDE-E5CD-4E51-BE39-8B3C1B5577F6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AD5116-14D4-51BD-044A-2F867686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DE0354-154E-150C-4C82-A48AF0A4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719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7" userDrawn="1">
          <p15:clr>
            <a:srgbClr val="FBAE40"/>
          </p15:clr>
        </p15:guide>
        <p15:guide id="2" pos="2993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qu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CE9464-2473-CC6C-309E-7E03CBE1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B3897CD-731A-5177-A9F2-5C86807D38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50825" y="1347787"/>
            <a:ext cx="4141788" cy="19081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7E89B8-42D6-F01C-666D-3B5033BF67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0825" y="3303431"/>
            <a:ext cx="4141788" cy="204944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/>
            </a:lvl1pPr>
            <a:lvl2pPr marL="288000" indent="0">
              <a:spcAft>
                <a:spcPts val="0"/>
              </a:spcAft>
              <a:buNone/>
              <a:defRPr/>
            </a:lvl2pPr>
            <a:lvl3pPr marL="677250" indent="0">
              <a:buNone/>
              <a:defRPr/>
            </a:lvl3pPr>
            <a:lvl4pPr marL="1020150" indent="0">
              <a:buNone/>
              <a:defRPr/>
            </a:lvl4pPr>
            <a:lvl5pPr marL="136305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38240B2-5E24-BDE7-2754-055AFDD80A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825" y="3508376"/>
            <a:ext cx="4141788" cy="115093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200"/>
            </a:lvl1pPr>
            <a:lvl2pPr marL="288000" indent="0">
              <a:spcAft>
                <a:spcPts val="0"/>
              </a:spcAft>
              <a:buNone/>
              <a:defRPr/>
            </a:lvl2pPr>
            <a:lvl3pPr marL="677250" indent="0">
              <a:buNone/>
              <a:defRPr/>
            </a:lvl3pPr>
            <a:lvl4pPr marL="1020150" indent="0">
              <a:buNone/>
              <a:defRPr/>
            </a:lvl4pPr>
            <a:lvl5pPr marL="136305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950E0D00-2AE3-2FF5-55BF-FB13E27D5F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51389" y="1347786"/>
            <a:ext cx="4141788" cy="19081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B850E70F-6E4E-7E15-8BFB-559807FF4B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51387" y="3305672"/>
            <a:ext cx="4141788" cy="204944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/>
            </a:lvl1pPr>
            <a:lvl2pPr marL="288000" indent="0">
              <a:spcAft>
                <a:spcPts val="0"/>
              </a:spcAft>
              <a:buNone/>
              <a:defRPr/>
            </a:lvl2pPr>
            <a:lvl3pPr marL="677250" indent="0">
              <a:buNone/>
              <a:defRPr/>
            </a:lvl3pPr>
            <a:lvl4pPr marL="1020150" indent="0">
              <a:buNone/>
              <a:defRPr/>
            </a:lvl4pPr>
            <a:lvl5pPr marL="136305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9A14E30F-F264-A2B2-B79D-123A4AB1C1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51387" y="3508376"/>
            <a:ext cx="4141788" cy="115093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200"/>
            </a:lvl1pPr>
            <a:lvl2pPr marL="288000" indent="0">
              <a:spcAft>
                <a:spcPts val="0"/>
              </a:spcAft>
              <a:buNone/>
              <a:defRPr/>
            </a:lvl2pPr>
            <a:lvl3pPr marL="677250" indent="0">
              <a:buNone/>
              <a:defRPr/>
            </a:lvl3pPr>
            <a:lvl4pPr marL="1020150" indent="0">
              <a:buNone/>
              <a:defRPr/>
            </a:lvl4pPr>
            <a:lvl5pPr marL="136305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A187AA-F662-DFBD-76C8-FDD7A7B70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BA87-8C68-4C0F-8094-579D4FC986B7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9A0926-08E6-55AB-7A21-9FC9306C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AB9B73-7ED8-A33C-1B70-5B2BF720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328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7" userDrawn="1">
          <p15:clr>
            <a:srgbClr val="FBAE40"/>
          </p15:clr>
        </p15:guide>
        <p15:guide id="2" orient="horz" pos="2051" userDrawn="1">
          <p15:clr>
            <a:srgbClr val="FBAE40"/>
          </p15:clr>
        </p15:guide>
        <p15:guide id="3" orient="horz" pos="2210" userDrawn="1">
          <p15:clr>
            <a:srgbClr val="FBAE40"/>
          </p15:clr>
        </p15:guide>
        <p15:guide id="4" pos="299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+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C5F48C-3181-01DE-CDC6-DA79BA78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1776"/>
            <a:ext cx="2557463" cy="4427538"/>
          </a:xfrm>
        </p:spPr>
        <p:txBody>
          <a:bodyPr anchor="b" anchorCtr="0"/>
          <a:lstStyle>
            <a:lvl1pPr algn="r">
              <a:defRPr sz="24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E7B6C50-D44E-7112-ACB8-5683547A0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24188" y="0"/>
            <a:ext cx="6119811" cy="51435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26F3BF1-130B-F2A2-B589-F4B9A0CFF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7993063" y="231775"/>
            <a:ext cx="896400" cy="7636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de-AT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05944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05" userDrawn="1">
          <p15:clr>
            <a:srgbClr val="FBAE40"/>
          </p15:clr>
        </p15:guide>
        <p15:guide id="2" pos="17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 hoch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DD9BC3-9770-8389-5A0E-031FC6DD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169BA4F-64D2-2570-F760-9DE20CAF0DB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50824" y="1347788"/>
            <a:ext cx="2413001" cy="3024187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B6E1ACA-2B45-6763-D74A-FF391C5A5B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825" y="4438185"/>
            <a:ext cx="2052638" cy="221128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BDEE26C-C2AF-D10E-7864-42A8C67241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3213" y="1347788"/>
            <a:ext cx="6049962" cy="30241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B258AD2-A25A-D854-2389-15CB0EDA3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3BD-62C8-47F8-9EA6-9BC4F466E814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92665C-2952-116F-7D7D-BBF235D3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A4DE23-31A2-6415-9C7B-42D606BD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6517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78" userDrawn="1">
          <p15:clr>
            <a:srgbClr val="FBAE40"/>
          </p15:clr>
        </p15:guide>
        <p15:guide id="2" pos="1791" userDrawn="1">
          <p15:clr>
            <a:srgbClr val="FBAE40"/>
          </p15:clr>
        </p15:guide>
        <p15:guide id="3" pos="2993" userDrawn="1">
          <p15:clr>
            <a:srgbClr val="FBAE40"/>
          </p15:clr>
        </p15:guide>
        <p15:guide id="4" orient="horz" pos="275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hoch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DD9BC3-9770-8389-5A0E-031FC6DD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169BA4F-64D2-2570-F760-9DE20CAF0DB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50825" y="1347788"/>
            <a:ext cx="2052000" cy="3024187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B6E1ACA-2B45-6763-D74A-FF391C5A5B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825" y="4438185"/>
            <a:ext cx="2052638" cy="221128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BB9B10E3-3119-AA84-9834-DA8C7FAB20A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484438" y="1347788"/>
            <a:ext cx="2087562" cy="3024187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00F85E91-890F-5F18-3E9B-31A5902C73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01900" y="4438185"/>
            <a:ext cx="2070100" cy="221128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BDEE26C-C2AF-D10E-7864-42A8C67241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1388" y="1347788"/>
            <a:ext cx="4141787" cy="30241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B258AD2-A25A-D854-2389-15CB0EDA3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DD5A-A235-4B05-B1FF-9556C5AE473D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92665C-2952-116F-7D7D-BBF235D3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A4DE23-31A2-6415-9C7B-42D606BD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81336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1" userDrawn="1">
          <p15:clr>
            <a:srgbClr val="FBAE40"/>
          </p15:clr>
        </p15:guide>
        <p15:guide id="2" pos="1565" userDrawn="1">
          <p15:clr>
            <a:srgbClr val="FBAE40"/>
          </p15:clr>
        </p15:guide>
        <p15:guide id="3" pos="2993" userDrawn="1">
          <p15:clr>
            <a:srgbClr val="FBAE40"/>
          </p15:clr>
        </p15:guide>
        <p15:guide id="4" orient="horz" pos="275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B640E-1F13-FD57-5D99-04A30D5C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1775"/>
            <a:ext cx="7489825" cy="11160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481162-7A05-3F11-817B-F5B69FC96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6" y="1347788"/>
            <a:ext cx="7489824" cy="331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4468A0-A337-E21A-46B9-BAFA59C7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EC9D-81C3-4A33-8C64-0DB7C9EB45F7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AE5ACC-DFBF-57D9-1E31-2DA0DFC0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C1009-E04C-EB4C-643C-413AA988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80060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7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B640E-1F13-FD57-5D99-04A30D5C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1775"/>
            <a:ext cx="7742238" cy="11160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481162-7A05-3F11-817B-F5B69FC96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6" y="1347788"/>
            <a:ext cx="4141787" cy="331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5B51A484-E4F8-6B27-DA69-E30F2D20F0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1389" y="1344640"/>
            <a:ext cx="4141787" cy="331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4468A0-A337-E21A-46B9-BAFA59C7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65CC-BC13-4586-9BE0-6C8257FB4C9D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AE5ACC-DFBF-57D9-1E31-2DA0DFC0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C1009-E04C-EB4C-643C-413AA988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7181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7" userDrawn="1">
          <p15:clr>
            <a:srgbClr val="FBAE40"/>
          </p15:clr>
        </p15:guide>
        <p15:guide id="2" pos="29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B640E-1F13-FD57-5D99-04A30D5C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1775"/>
            <a:ext cx="7742238" cy="11160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481162-7A05-3F11-817B-F5B69FC96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1347788"/>
            <a:ext cx="2736849" cy="33115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9DF314E8-6EF1-07CF-73DC-5A12A6DBD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03574" y="1347788"/>
            <a:ext cx="2736849" cy="33115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8849480B-9478-8AF3-10C5-CE9CEA2B7F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6325" y="1347788"/>
            <a:ext cx="2736849" cy="33115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C62BEA4-152A-8664-5158-71BC65584337}"/>
              </a:ext>
            </a:extLst>
          </p:cNvPr>
          <p:cNvSpPr txBox="1"/>
          <p:nvPr userDrawn="1"/>
        </p:nvSpPr>
        <p:spPr>
          <a:xfrm>
            <a:off x="3471620" y="2557220"/>
            <a:ext cx="0" cy="0"/>
          </a:xfrm>
          <a:prstGeom prst="rect">
            <a:avLst/>
          </a:prstGeom>
          <a:noFill/>
        </p:spPr>
        <p:txBody>
          <a:bodyPr wrap="none" lIns="0" tIns="0" rIns="0" bIns="36000" rtlCol="0">
            <a:noAutofit/>
          </a:bodyPr>
          <a:lstStyle/>
          <a:p>
            <a:pPr algn="l"/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4468A0-A337-E21A-46B9-BAFA59C7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4201-AF02-4A08-A26E-C9966DEBF11B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AE5ACC-DFBF-57D9-1E31-2DA0DFC0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C1009-E04C-EB4C-643C-413AA988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53362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82" userDrawn="1">
          <p15:clr>
            <a:srgbClr val="FBAE40"/>
          </p15:clr>
        </p15:guide>
        <p15:guide id="2" pos="2018" userDrawn="1">
          <p15:clr>
            <a:srgbClr val="FBAE40"/>
          </p15:clr>
        </p15:guide>
        <p15:guide id="3" pos="3742" userDrawn="1">
          <p15:clr>
            <a:srgbClr val="FBAE40"/>
          </p15:clr>
        </p15:guide>
        <p15:guide id="4" pos="387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n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B640E-1F13-FD57-5D99-04A30D5C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339474"/>
            <a:ext cx="2736850" cy="3311525"/>
          </a:xfrm>
        </p:spPr>
        <p:txBody>
          <a:bodyPr/>
          <a:lstStyle>
            <a:lvl1pPr algn="r">
              <a:defRPr>
                <a:solidFill>
                  <a:schemeClr val="accent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9DF314E8-6EF1-07CF-73DC-5A12A6DBD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03574" y="1347788"/>
            <a:ext cx="2736849" cy="33115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8849480B-9478-8AF3-10C5-CE9CEA2B7F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6325" y="1347788"/>
            <a:ext cx="2736849" cy="33115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4468A0-A337-E21A-46B9-BAFA59C7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50CCC-9EBC-4713-BABB-6B982C968854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AE5ACC-DFBF-57D9-1E31-2DA0DFC0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C1009-E04C-EB4C-643C-413AA988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8766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82" userDrawn="1">
          <p15:clr>
            <a:srgbClr val="FBAE40"/>
          </p15:clr>
        </p15:guide>
        <p15:guide id="2" pos="2018" userDrawn="1">
          <p15:clr>
            <a:srgbClr val="FBAE40"/>
          </p15:clr>
        </p15:guide>
        <p15:guide id="3" pos="3742" userDrawn="1">
          <p15:clr>
            <a:srgbClr val="FBAE40"/>
          </p15:clr>
        </p15:guide>
        <p15:guide id="4" pos="387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6 Text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5ABDD-59FD-B568-2D97-DA45BF22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C753887-97D5-E944-2ABF-1D87AD6453FA}"/>
              </a:ext>
            </a:extLst>
          </p:cNvPr>
          <p:cNvSpPr>
            <a:spLocks noGrp="1" noChangeAspect="1"/>
          </p:cNvSpPr>
          <p:nvPr>
            <p:ph type="body" sz="quarter" idx="25"/>
          </p:nvPr>
        </p:nvSpPr>
        <p:spPr>
          <a:xfrm>
            <a:off x="250825" y="1356561"/>
            <a:ext cx="540000" cy="540000"/>
          </a:xfrm>
          <a:prstGeom prst="ellipse">
            <a:avLst/>
          </a:prstGeom>
          <a:ln w="381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20B69FE-2FE4-737D-EBBE-45C5FACDBC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1550" y="1359960"/>
            <a:ext cx="3421063" cy="1008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CD3FEEB0-0963-2918-4B43-DAA24FFB3AB1}"/>
              </a:ext>
            </a:extLst>
          </p:cNvPr>
          <p:cNvSpPr>
            <a:spLocks noGrp="1" noChangeAspect="1"/>
          </p:cNvSpPr>
          <p:nvPr>
            <p:ph type="body" sz="quarter" idx="26"/>
          </p:nvPr>
        </p:nvSpPr>
        <p:spPr>
          <a:xfrm>
            <a:off x="250825" y="2506828"/>
            <a:ext cx="540000" cy="540000"/>
          </a:xfrm>
          <a:prstGeom prst="ellipse">
            <a:avLst/>
          </a:prstGeom>
          <a:ln w="381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D7754454-0369-843D-A7E0-CC9D901A5B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550" y="2500313"/>
            <a:ext cx="3421063" cy="1013324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CC0A13E6-C99F-9E61-201B-8AF384220D5A}"/>
              </a:ext>
            </a:extLst>
          </p:cNvPr>
          <p:cNvSpPr>
            <a:spLocks noGrp="1" noChangeAspect="1"/>
          </p:cNvSpPr>
          <p:nvPr>
            <p:ph type="body" sz="quarter" idx="27"/>
          </p:nvPr>
        </p:nvSpPr>
        <p:spPr>
          <a:xfrm>
            <a:off x="250825" y="3660030"/>
            <a:ext cx="540000" cy="540000"/>
          </a:xfrm>
          <a:prstGeom prst="ellipse">
            <a:avLst/>
          </a:prstGeom>
          <a:ln w="381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7F5A6DFF-F5F5-168D-BFF3-0317D9AF73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78884" y="3654711"/>
            <a:ext cx="3421063" cy="1004601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91938985-97B2-CBD9-F513-853ABAF4358B}"/>
              </a:ext>
            </a:extLst>
          </p:cNvPr>
          <p:cNvSpPr>
            <a:spLocks noGrp="1" noChangeAspect="1"/>
          </p:cNvSpPr>
          <p:nvPr>
            <p:ph type="body" sz="quarter" idx="28"/>
          </p:nvPr>
        </p:nvSpPr>
        <p:spPr>
          <a:xfrm>
            <a:off x="4751389" y="1356561"/>
            <a:ext cx="540000" cy="540000"/>
          </a:xfrm>
          <a:prstGeom prst="ellipse">
            <a:avLst/>
          </a:prstGeom>
          <a:ln w="381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0195F6BA-008D-D604-A95B-30AA91095C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72112" y="1356561"/>
            <a:ext cx="3421063" cy="1008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1323D76F-3681-EB2B-3606-BF6ED4CFC843}"/>
              </a:ext>
            </a:extLst>
          </p:cNvPr>
          <p:cNvSpPr>
            <a:spLocks noGrp="1" noChangeAspect="1"/>
          </p:cNvSpPr>
          <p:nvPr>
            <p:ph type="body" sz="quarter" idx="29"/>
          </p:nvPr>
        </p:nvSpPr>
        <p:spPr>
          <a:xfrm>
            <a:off x="4751388" y="2507953"/>
            <a:ext cx="540000" cy="540000"/>
          </a:xfrm>
          <a:prstGeom prst="ellipse">
            <a:avLst/>
          </a:prstGeom>
          <a:ln w="381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614C23-7CB1-A150-8A8D-41A6298FDE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2113" y="2506828"/>
            <a:ext cx="3421063" cy="1002218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D0A92546-7D7F-8348-480A-EA62B4C4A82C}"/>
              </a:ext>
            </a:extLst>
          </p:cNvPr>
          <p:cNvSpPr>
            <a:spLocks noGrp="1" noChangeAspect="1"/>
          </p:cNvSpPr>
          <p:nvPr>
            <p:ph type="body" sz="quarter" idx="30"/>
          </p:nvPr>
        </p:nvSpPr>
        <p:spPr>
          <a:xfrm>
            <a:off x="4751388" y="3660030"/>
            <a:ext cx="540000" cy="540000"/>
          </a:xfrm>
          <a:prstGeom prst="ellipse">
            <a:avLst/>
          </a:prstGeom>
          <a:ln w="381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47F2CE22-3E2E-D0C4-240D-04D6A5840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72114" y="3651249"/>
            <a:ext cx="3421063" cy="1002281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46DE88-95E7-44F6-18E0-6C106FBB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DDE8-576B-4CD1-8019-7B4A19C3DD60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3661947-32BF-27B1-EF30-70304023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5F7861-0E1D-77F7-1D12-8573BA1E3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9538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7" userDrawn="1">
          <p15:clr>
            <a:srgbClr val="FBAE40"/>
          </p15:clr>
        </p15:guide>
        <p15:guide id="2" pos="2993" userDrawn="1">
          <p15:clr>
            <a:srgbClr val="FBAE40"/>
          </p15:clr>
        </p15:guide>
        <p15:guide id="3" pos="612" userDrawn="1">
          <p15:clr>
            <a:srgbClr val="FBAE40"/>
          </p15:clr>
        </p15:guide>
        <p15:guide id="4" pos="3447" userDrawn="1">
          <p15:clr>
            <a:srgbClr val="FBAE40"/>
          </p15:clr>
        </p15:guide>
        <p15:guide id="5" orient="horz" pos="1575" userDrawn="1">
          <p15:clr>
            <a:srgbClr val="FBAE40"/>
          </p15:clr>
        </p15:guide>
        <p15:guide id="6" orient="horz" pos="230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Info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B640E-1F13-FD57-5D99-04A30D5C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1775"/>
            <a:ext cx="7742238" cy="11160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5A0F6A4-9195-B230-A042-4C6A66FFF7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825" y="1347787"/>
            <a:ext cx="2736849" cy="540000"/>
          </a:xfrm>
          <a:custGeom>
            <a:avLst/>
            <a:gdLst>
              <a:gd name="connsiteX0" fmla="*/ 266583 w 2723522"/>
              <a:gd name="connsiteY0" fmla="*/ 0 h 540000"/>
              <a:gd name="connsiteX1" fmla="*/ 270000 w 2723522"/>
              <a:gd name="connsiteY1" fmla="*/ 0 h 540000"/>
              <a:gd name="connsiteX2" fmla="*/ 2723522 w 2723522"/>
              <a:gd name="connsiteY2" fmla="*/ 0 h 540000"/>
              <a:gd name="connsiteX3" fmla="*/ 2723522 w 2723522"/>
              <a:gd name="connsiteY3" fmla="*/ 539999 h 540000"/>
              <a:gd name="connsiteX4" fmla="*/ 270010 w 2723522"/>
              <a:gd name="connsiteY4" fmla="*/ 539999 h 540000"/>
              <a:gd name="connsiteX5" fmla="*/ 270000 w 2723522"/>
              <a:gd name="connsiteY5" fmla="*/ 540000 h 540000"/>
              <a:gd name="connsiteX6" fmla="*/ 269990 w 2723522"/>
              <a:gd name="connsiteY6" fmla="*/ 539999 h 540000"/>
              <a:gd name="connsiteX7" fmla="*/ 266583 w 2723522"/>
              <a:gd name="connsiteY7" fmla="*/ 539999 h 540000"/>
              <a:gd name="connsiteX8" fmla="*/ 266583 w 2723522"/>
              <a:gd name="connsiteY8" fmla="*/ 539656 h 540000"/>
              <a:gd name="connsiteX9" fmla="*/ 215586 w 2723522"/>
              <a:gd name="connsiteY9" fmla="*/ 534515 h 540000"/>
              <a:gd name="connsiteX10" fmla="*/ 0 w 2723522"/>
              <a:gd name="connsiteY10" fmla="*/ 270000 h 540000"/>
              <a:gd name="connsiteX11" fmla="*/ 215586 w 2723522"/>
              <a:gd name="connsiteY11" fmla="*/ 5486 h 540000"/>
              <a:gd name="connsiteX12" fmla="*/ 266583 w 2723522"/>
              <a:gd name="connsiteY12" fmla="*/ 345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23522" h="540000">
                <a:moveTo>
                  <a:pt x="266583" y="0"/>
                </a:moveTo>
                <a:lnTo>
                  <a:pt x="270000" y="0"/>
                </a:lnTo>
                <a:lnTo>
                  <a:pt x="2723522" y="0"/>
                </a:lnTo>
                <a:lnTo>
                  <a:pt x="2723522" y="539999"/>
                </a:lnTo>
                <a:lnTo>
                  <a:pt x="270010" y="539999"/>
                </a:lnTo>
                <a:lnTo>
                  <a:pt x="270000" y="540000"/>
                </a:lnTo>
                <a:lnTo>
                  <a:pt x="269990" y="539999"/>
                </a:lnTo>
                <a:lnTo>
                  <a:pt x="266583" y="539999"/>
                </a:lnTo>
                <a:lnTo>
                  <a:pt x="266583" y="539656"/>
                </a:lnTo>
                <a:lnTo>
                  <a:pt x="215586" y="534515"/>
                </a:lnTo>
                <a:cubicBezTo>
                  <a:pt x="92551" y="509338"/>
                  <a:pt x="0" y="400477"/>
                  <a:pt x="0" y="270000"/>
                </a:cubicBezTo>
                <a:cubicBezTo>
                  <a:pt x="0" y="139523"/>
                  <a:pt x="92551" y="30662"/>
                  <a:pt x="215586" y="5486"/>
                </a:cubicBezTo>
                <a:lnTo>
                  <a:pt x="266583" y="345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 wrap="square" lIns="360000" tIns="36000" rIns="288000" bIns="36000" anchor="ctr" anchorCtr="0">
            <a:noAutofit/>
          </a:bodyPr>
          <a:lstStyle>
            <a:lvl1pPr marL="0" indent="0" algn="r"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Bildplatzhalter 14" descr="Icon&#10;">
            <a:extLst>
              <a:ext uri="{FF2B5EF4-FFF2-40B4-BE49-F238E27FC236}">
                <a16:creationId xmlns:a16="http://schemas.microsoft.com/office/drawing/2014/main" id="{E9FB3305-A243-CECE-E5EE-91F7D726D08B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14179" y="1401662"/>
            <a:ext cx="432000" cy="43200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Icon</a:t>
            </a:r>
          </a:p>
        </p:txBody>
      </p:sp>
      <p:sp>
        <p:nvSpPr>
          <p:cNvPr id="32" name="Bildplatzhalter 14" descr="Icon&#10;">
            <a:extLst>
              <a:ext uri="{FF2B5EF4-FFF2-40B4-BE49-F238E27FC236}">
                <a16:creationId xmlns:a16="http://schemas.microsoft.com/office/drawing/2014/main" id="{1E400416-42A0-6733-6E2F-3508432A395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414176" y="2006692"/>
            <a:ext cx="432000" cy="43200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Icon</a:t>
            </a:r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3D7A1E59-D4B5-F262-95BD-CA0E93CC48C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84739" y="2004046"/>
            <a:ext cx="2002934" cy="710434"/>
          </a:xfrm>
          <a:prstGeom prst="wedgeRectCallout">
            <a:avLst>
              <a:gd name="adj1" fmla="val -56603"/>
              <a:gd name="adj2" fmla="val -21183"/>
            </a:avLst>
          </a:prstGeom>
          <a:ln w="9525">
            <a:solidFill>
              <a:schemeClr val="accent2"/>
            </a:solidFill>
          </a:ln>
        </p:spPr>
        <p:txBody>
          <a:bodyPr lIns="72000" tIns="36000" rIns="72000" bIns="36000"/>
          <a:lstStyle>
            <a:lvl1pPr>
              <a:spcAft>
                <a:spcPts val="0"/>
              </a:spcAft>
              <a:defRPr sz="1000"/>
            </a:lvl1pPr>
            <a:lvl2pPr>
              <a:spcAft>
                <a:spcPts val="0"/>
              </a:spcAft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14" descr="Icon&#10;">
            <a:extLst>
              <a:ext uri="{FF2B5EF4-FFF2-40B4-BE49-F238E27FC236}">
                <a16:creationId xmlns:a16="http://schemas.microsoft.com/office/drawing/2014/main" id="{012DC52A-B343-59FF-D9CF-AEA930F04CEE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414176" y="2835491"/>
            <a:ext cx="432000" cy="43200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Icon</a:t>
            </a:r>
          </a:p>
        </p:txBody>
      </p:sp>
      <p:sp>
        <p:nvSpPr>
          <p:cNvPr id="42" name="Textplatzhalter 6">
            <a:extLst>
              <a:ext uri="{FF2B5EF4-FFF2-40B4-BE49-F238E27FC236}">
                <a16:creationId xmlns:a16="http://schemas.microsoft.com/office/drawing/2014/main" id="{826EF335-EEEC-A75C-87F9-40B963F6AC7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84741" y="2833746"/>
            <a:ext cx="2002934" cy="710434"/>
          </a:xfrm>
          <a:prstGeom prst="wedgeRectCallout">
            <a:avLst>
              <a:gd name="adj1" fmla="val -56603"/>
              <a:gd name="adj2" fmla="val -21183"/>
            </a:avLst>
          </a:prstGeom>
          <a:ln w="9525">
            <a:solidFill>
              <a:schemeClr val="accent2"/>
            </a:solidFill>
          </a:ln>
        </p:spPr>
        <p:txBody>
          <a:bodyPr lIns="72000" tIns="36000" rIns="72000" bIns="36000"/>
          <a:lstStyle>
            <a:lvl1pPr>
              <a:spcAft>
                <a:spcPts val="0"/>
              </a:spcAft>
              <a:defRPr sz="1000"/>
            </a:lvl1pPr>
            <a:lvl2pPr>
              <a:spcAft>
                <a:spcPts val="0"/>
              </a:spcAft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4" descr="Icon&#10;">
            <a:extLst>
              <a:ext uri="{FF2B5EF4-FFF2-40B4-BE49-F238E27FC236}">
                <a16:creationId xmlns:a16="http://schemas.microsoft.com/office/drawing/2014/main" id="{B72E4ADE-D503-08BF-6D42-1B669C16FDB7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12887" y="3664290"/>
            <a:ext cx="432000" cy="43200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Icon</a:t>
            </a:r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349DC91D-ECC0-5818-5601-18BDA69C51B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84741" y="3651250"/>
            <a:ext cx="2002934" cy="710434"/>
          </a:xfrm>
          <a:prstGeom prst="wedgeRectCallout">
            <a:avLst>
              <a:gd name="adj1" fmla="val -56603"/>
              <a:gd name="adj2" fmla="val -21183"/>
            </a:avLst>
          </a:prstGeom>
          <a:ln w="9525">
            <a:solidFill>
              <a:schemeClr val="accent2"/>
            </a:solidFill>
          </a:ln>
        </p:spPr>
        <p:txBody>
          <a:bodyPr lIns="72000" tIns="36000" rIns="72000" bIns="36000"/>
          <a:lstStyle>
            <a:lvl1pPr>
              <a:spcAft>
                <a:spcPts val="0"/>
              </a:spcAft>
              <a:defRPr sz="1000"/>
            </a:lvl1pPr>
            <a:lvl2pPr>
              <a:spcAft>
                <a:spcPts val="0"/>
              </a:spcAft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DC4A620-EBFE-6E93-BC6D-3376A564EB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3575" y="1347787"/>
            <a:ext cx="2736850" cy="539999"/>
          </a:xfr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lIns="180000" tIns="36000" rIns="180000" bIns="36000" anchor="ctr" anchorCtr="0"/>
          <a:lstStyle>
            <a:lvl1pPr marL="0" indent="0" algn="ctr">
              <a:buNone/>
              <a:defRPr sz="1200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9DF314E8-6EF1-07CF-73DC-5A12A6DBD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03574" y="1887787"/>
            <a:ext cx="2736849" cy="2771526"/>
          </a:xfrm>
          <a:ln w="9525">
            <a:solidFill>
              <a:schemeClr val="accent1"/>
            </a:solidFill>
          </a:ln>
        </p:spPr>
        <p:txBody>
          <a:bodyPr lIns="108000" tIns="108000" rIns="108000" bIns="108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396B4F56-4662-03E6-D152-5CD19F74A5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56325" y="1347788"/>
            <a:ext cx="2736849" cy="541337"/>
          </a:xfrm>
          <a:custGeom>
            <a:avLst/>
            <a:gdLst>
              <a:gd name="connsiteX0" fmla="*/ 0 w 2736849"/>
              <a:gd name="connsiteY0" fmla="*/ 0 h 541337"/>
              <a:gd name="connsiteX1" fmla="*/ 2463800 w 2736849"/>
              <a:gd name="connsiteY1" fmla="*/ 0 h 541337"/>
              <a:gd name="connsiteX2" fmla="*/ 2463800 w 2736849"/>
              <a:gd name="connsiteY2" fmla="*/ 1894 h 541337"/>
              <a:gd name="connsiteX3" fmla="*/ 2466849 w 2736849"/>
              <a:gd name="connsiteY3" fmla="*/ 1587 h 541337"/>
              <a:gd name="connsiteX4" fmla="*/ 2736849 w 2736849"/>
              <a:gd name="connsiteY4" fmla="*/ 271462 h 541337"/>
              <a:gd name="connsiteX5" fmla="*/ 2466849 w 2736849"/>
              <a:gd name="connsiteY5" fmla="*/ 541337 h 541337"/>
              <a:gd name="connsiteX6" fmla="*/ 2451099 w 2736849"/>
              <a:gd name="connsiteY6" fmla="*/ 539750 h 541337"/>
              <a:gd name="connsiteX7" fmla="*/ 0 w 2736849"/>
              <a:gd name="connsiteY7" fmla="*/ 53975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6849" h="541337">
                <a:moveTo>
                  <a:pt x="0" y="0"/>
                </a:moveTo>
                <a:lnTo>
                  <a:pt x="2463800" y="0"/>
                </a:lnTo>
                <a:lnTo>
                  <a:pt x="2463800" y="1894"/>
                </a:lnTo>
                <a:lnTo>
                  <a:pt x="2466849" y="1587"/>
                </a:lnTo>
                <a:cubicBezTo>
                  <a:pt x="2615966" y="1587"/>
                  <a:pt x="2736849" y="122414"/>
                  <a:pt x="2736849" y="271462"/>
                </a:cubicBezTo>
                <a:cubicBezTo>
                  <a:pt x="2736849" y="420510"/>
                  <a:pt x="2615966" y="541337"/>
                  <a:pt x="2466849" y="541337"/>
                </a:cubicBezTo>
                <a:lnTo>
                  <a:pt x="2451099" y="539750"/>
                </a:lnTo>
                <a:lnTo>
                  <a:pt x="0" y="539750"/>
                </a:lnTo>
                <a:close/>
              </a:path>
            </a:pathLst>
          </a:custGeom>
          <a:solidFill>
            <a:schemeClr val="accent4"/>
          </a:solidFill>
          <a:ln w="9525">
            <a:solidFill>
              <a:schemeClr val="accent4"/>
            </a:solidFill>
          </a:ln>
        </p:spPr>
        <p:txBody>
          <a:bodyPr wrap="square" lIns="288000" tIns="36000" rIns="360000" bIns="36000" anchor="ctr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14" descr="Icon&#10;">
            <a:extLst>
              <a:ext uri="{FF2B5EF4-FFF2-40B4-BE49-F238E27FC236}">
                <a16:creationId xmlns:a16="http://schemas.microsoft.com/office/drawing/2014/main" id="{0AE23225-CD57-C811-2FBF-F0BE5C303C7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8297821" y="1401662"/>
            <a:ext cx="432000" cy="43200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Icon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18032D87-5E9E-5512-2CEC-862361CB7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6322" y="1995489"/>
            <a:ext cx="2002939" cy="718992"/>
          </a:xfrm>
          <a:prstGeom prst="wedgeRectCallout">
            <a:avLst>
              <a:gd name="adj1" fmla="val 56226"/>
              <a:gd name="adj2" fmla="val -20586"/>
            </a:avLst>
          </a:prstGeom>
          <a:ln w="9525">
            <a:solidFill>
              <a:schemeClr val="accent4"/>
            </a:solidFill>
          </a:ln>
        </p:spPr>
        <p:txBody>
          <a:bodyPr lIns="72000" tIns="36000" rIns="72000" bIns="36000"/>
          <a:lstStyle>
            <a:lvl1pPr>
              <a:spcAft>
                <a:spcPts val="0"/>
              </a:spcAft>
              <a:defRPr sz="1000"/>
            </a:lvl1pPr>
            <a:lvl2pPr>
              <a:spcAft>
                <a:spcPts val="0"/>
              </a:spcAft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Bildplatzhalter 14" descr="Icon&#10;">
            <a:extLst>
              <a:ext uri="{FF2B5EF4-FFF2-40B4-BE49-F238E27FC236}">
                <a16:creationId xmlns:a16="http://schemas.microsoft.com/office/drawing/2014/main" id="{92F70770-2E81-055B-0FCD-60D767E042D9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8297821" y="2002404"/>
            <a:ext cx="432000" cy="43200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Icon</a:t>
            </a:r>
          </a:p>
        </p:txBody>
      </p:sp>
      <p:sp>
        <p:nvSpPr>
          <p:cNvPr id="44" name="Textplatzhalter 6">
            <a:extLst>
              <a:ext uri="{FF2B5EF4-FFF2-40B4-BE49-F238E27FC236}">
                <a16:creationId xmlns:a16="http://schemas.microsoft.com/office/drawing/2014/main" id="{056AE5BF-CBA3-29B7-587A-A1EF3B3D9C3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56320" y="2827936"/>
            <a:ext cx="2002939" cy="718992"/>
          </a:xfrm>
          <a:prstGeom prst="wedgeRectCallout">
            <a:avLst>
              <a:gd name="adj1" fmla="val 56226"/>
              <a:gd name="adj2" fmla="val -20586"/>
            </a:avLst>
          </a:prstGeom>
          <a:ln w="9525">
            <a:solidFill>
              <a:schemeClr val="accent4"/>
            </a:solidFill>
          </a:ln>
        </p:spPr>
        <p:txBody>
          <a:bodyPr lIns="72000" tIns="36000" rIns="72000" bIns="36000"/>
          <a:lstStyle>
            <a:lvl1pPr>
              <a:spcAft>
                <a:spcPts val="0"/>
              </a:spcAft>
              <a:defRPr sz="1000"/>
            </a:lvl1pPr>
            <a:lvl2pPr>
              <a:spcAft>
                <a:spcPts val="0"/>
              </a:spcAft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Bildplatzhalter 14" descr="Icon&#10;">
            <a:extLst>
              <a:ext uri="{FF2B5EF4-FFF2-40B4-BE49-F238E27FC236}">
                <a16:creationId xmlns:a16="http://schemas.microsoft.com/office/drawing/2014/main" id="{4F65D366-E8DA-7898-76F6-7F2728F4B3A5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8280663" y="2833347"/>
            <a:ext cx="432000" cy="43200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Icon</a:t>
            </a:r>
          </a:p>
        </p:txBody>
      </p:sp>
      <p:sp>
        <p:nvSpPr>
          <p:cNvPr id="45" name="Textplatzhalter 6">
            <a:extLst>
              <a:ext uri="{FF2B5EF4-FFF2-40B4-BE49-F238E27FC236}">
                <a16:creationId xmlns:a16="http://schemas.microsoft.com/office/drawing/2014/main" id="{D681FDC9-0F1D-457A-BDEF-9A82E85F83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156319" y="3658703"/>
            <a:ext cx="2002939" cy="718992"/>
          </a:xfrm>
          <a:prstGeom prst="wedgeRectCallout">
            <a:avLst>
              <a:gd name="adj1" fmla="val 56226"/>
              <a:gd name="adj2" fmla="val -20586"/>
            </a:avLst>
          </a:prstGeom>
          <a:ln w="9525">
            <a:solidFill>
              <a:schemeClr val="accent4"/>
            </a:solidFill>
          </a:ln>
        </p:spPr>
        <p:txBody>
          <a:bodyPr lIns="72000" tIns="36000" rIns="72000" bIns="36000"/>
          <a:lstStyle>
            <a:lvl1pPr>
              <a:spcAft>
                <a:spcPts val="0"/>
              </a:spcAft>
              <a:defRPr sz="1000"/>
            </a:lvl1pPr>
            <a:lvl2pPr>
              <a:spcAft>
                <a:spcPts val="0"/>
              </a:spcAft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14" descr="Icon&#10;">
            <a:extLst>
              <a:ext uri="{FF2B5EF4-FFF2-40B4-BE49-F238E27FC236}">
                <a16:creationId xmlns:a16="http://schemas.microsoft.com/office/drawing/2014/main" id="{8D4C7867-53B8-3589-F514-3E305B3292EE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8297821" y="3664290"/>
            <a:ext cx="432000" cy="43200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Icon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4468A0-A337-E21A-46B9-BAFA59C7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2A16-D686-4EA9-8CB9-00F6FFC66C83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AE5ACC-DFBF-57D9-1E31-2DA0DFC0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C1009-E04C-EB4C-643C-413AA988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8784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82" userDrawn="1">
          <p15:clr>
            <a:srgbClr val="FBAE40"/>
          </p15:clr>
        </p15:guide>
        <p15:guide id="2" pos="2018" userDrawn="1">
          <p15:clr>
            <a:srgbClr val="FBAE40"/>
          </p15:clr>
        </p15:guide>
        <p15:guide id="3" pos="3742" userDrawn="1">
          <p15:clr>
            <a:srgbClr val="FBAE40"/>
          </p15:clr>
        </p15:guide>
        <p15:guide id="4" pos="3878" userDrawn="1">
          <p15:clr>
            <a:srgbClr val="FBAE40"/>
          </p15:clr>
        </p15:guide>
        <p15:guide id="5" pos="2880" userDrawn="1">
          <p15:clr>
            <a:srgbClr val="FBAE40"/>
          </p15:clr>
        </p15:guide>
        <p15:guide id="6" orient="horz" pos="2300" userDrawn="1">
          <p15:clr>
            <a:srgbClr val="FBAE40"/>
          </p15:clr>
        </p15:guide>
        <p15:guide id="7" orient="horz" pos="125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3B92E-921C-BE52-C300-97C6A23D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F0C3CF41-DF20-FC74-52F7-F3AA4D526F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0825" y="1347788"/>
            <a:ext cx="4141788" cy="331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306F30A-541D-9E68-6CC5-8D1DD807CD4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571999" y="1347788"/>
            <a:ext cx="2124000" cy="1620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CD98416A-4A13-360E-0CC6-5A0E0D60126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769175" y="1347788"/>
            <a:ext cx="2124000" cy="1620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28C9B62-801F-3E5B-B395-9303A1B1CB2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571999" y="3039313"/>
            <a:ext cx="2124000" cy="1620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B039D246-A148-DC01-3049-653F9974667C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69175" y="3039313"/>
            <a:ext cx="2124000" cy="1620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7C5A928-DD03-1DEA-3FB9-DB734641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5E10-7698-4333-9B14-751351822BF0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B8F726-1297-ACB7-F71E-1F16C92B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5F1365-64C7-8C38-7436-75D757AE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5080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1AA07-7FE6-1470-7841-754B97C1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Diagrammplatzhalter 6">
            <a:extLst>
              <a:ext uri="{FF2B5EF4-FFF2-40B4-BE49-F238E27FC236}">
                <a16:creationId xmlns:a16="http://schemas.microsoft.com/office/drawing/2014/main" id="{85785552-1F25-66A4-F4AB-C0299DF2EA0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50825" y="1347788"/>
            <a:ext cx="6013450" cy="3093529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AT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5EFC59B-55D7-AB50-7AB8-44D1BCEC8F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275" y="1347788"/>
            <a:ext cx="2628900" cy="309352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2C920D-393D-72F6-0E33-76F73B9303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4443413"/>
            <a:ext cx="8642350" cy="215900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sz="800" b="1"/>
            </a:lvl1pPr>
          </a:lstStyle>
          <a:p>
            <a:pPr lvl="0"/>
            <a:r>
              <a:rPr lang="de-DE" dirty="0"/>
              <a:t>Quellenangabe und Zusatzinformationen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CCD214-E961-4DC8-3616-54825265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95095-ED88-4488-9027-FB72EB080D90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69A298-D61B-7BC6-D32D-A7195517F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AA52A8-45CA-2235-4DE3-79E5D2EB2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3936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99" userDrawn="1">
          <p15:clr>
            <a:srgbClr val="FBAE40"/>
          </p15:clr>
        </p15:guide>
        <p15:guide id="2" pos="394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4">
            <a:extLst>
              <a:ext uri="{FF2B5EF4-FFF2-40B4-BE49-F238E27FC236}">
                <a16:creationId xmlns:a16="http://schemas.microsoft.com/office/drawing/2014/main" id="{D337FDBD-ECE0-90C8-A46F-50C5BB708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5400000">
            <a:off x="-1023067" y="1023068"/>
            <a:ext cx="4649999" cy="2603865"/>
          </a:xfrm>
          <a:custGeom>
            <a:avLst/>
            <a:gdLst>
              <a:gd name="connsiteX0" fmla="*/ 0 w 4649999"/>
              <a:gd name="connsiteY0" fmla="*/ 1532685 h 2603865"/>
              <a:gd name="connsiteX1" fmla="*/ 0 w 4649999"/>
              <a:gd name="connsiteY1" fmla="*/ 0 h 2603865"/>
              <a:gd name="connsiteX2" fmla="*/ 195396 w 4649999"/>
              <a:gd name="connsiteY2" fmla="*/ 14841 h 2603865"/>
              <a:gd name="connsiteX3" fmla="*/ 4548831 w 4649999"/>
              <a:gd name="connsiteY3" fmla="*/ 2463996 h 2603865"/>
              <a:gd name="connsiteX4" fmla="*/ 4649999 w 4649999"/>
              <a:gd name="connsiteY4" fmla="*/ 2603865 h 2603865"/>
              <a:gd name="connsiteX5" fmla="*/ 2561285 w 4649999"/>
              <a:gd name="connsiteY5" fmla="*/ 2603865 h 2603865"/>
              <a:gd name="connsiteX6" fmla="*/ 2418248 w 4649999"/>
              <a:gd name="connsiteY6" fmla="*/ 2483655 h 2603865"/>
              <a:gd name="connsiteX7" fmla="*/ 28453 w 4649999"/>
              <a:gd name="connsiteY7" fmla="*/ 1534848 h 260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49999" h="2603865">
                <a:moveTo>
                  <a:pt x="0" y="1532685"/>
                </a:moveTo>
                <a:lnTo>
                  <a:pt x="0" y="0"/>
                </a:lnTo>
                <a:lnTo>
                  <a:pt x="195396" y="14841"/>
                </a:lnTo>
                <a:cubicBezTo>
                  <a:pt x="1970903" y="194943"/>
                  <a:pt x="3527048" y="1116205"/>
                  <a:pt x="4548831" y="2463996"/>
                </a:cubicBezTo>
                <a:lnTo>
                  <a:pt x="4649999" y="2603865"/>
                </a:lnTo>
                <a:lnTo>
                  <a:pt x="2561285" y="2603865"/>
                </a:lnTo>
                <a:lnTo>
                  <a:pt x="2418248" y="2483655"/>
                </a:lnTo>
                <a:cubicBezTo>
                  <a:pt x="1742239" y="1965367"/>
                  <a:pt x="922151" y="1625608"/>
                  <a:pt x="28453" y="1534848"/>
                </a:cubicBezTo>
                <a:close/>
              </a:path>
            </a:pathLst>
          </a:custGeom>
          <a:solidFill>
            <a:schemeClr val="tx2">
              <a:alpha val="4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 77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1AE3F5-F909-A5DE-48AD-0F15EB87A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1775"/>
            <a:ext cx="4321175" cy="11160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Diagrammplatzhalter 6">
            <a:extLst>
              <a:ext uri="{FF2B5EF4-FFF2-40B4-BE49-F238E27FC236}">
                <a16:creationId xmlns:a16="http://schemas.microsoft.com/office/drawing/2014/main" id="{A45994FE-B27D-C9E8-3011-4A3FE39059B3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50826" y="1347788"/>
            <a:ext cx="4321174" cy="3095625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AT"/>
          </a:p>
        </p:txBody>
      </p:sp>
      <p:sp>
        <p:nvSpPr>
          <p:cNvPr id="9" name="Textplatzhalter 22">
            <a:extLst>
              <a:ext uri="{FF2B5EF4-FFF2-40B4-BE49-F238E27FC236}">
                <a16:creationId xmlns:a16="http://schemas.microsoft.com/office/drawing/2014/main" id="{AD0C19FB-A003-34A4-5DE5-524C82B7B0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0" y="1347788"/>
            <a:ext cx="4321175" cy="3095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C790FA5-7FC5-220F-A95E-EE67FCF944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825" y="4443413"/>
            <a:ext cx="4321175" cy="2159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 b="1"/>
            </a:lvl1pPr>
          </a:lstStyle>
          <a:p>
            <a:pPr lvl="0"/>
            <a:r>
              <a:rPr lang="de-DE" dirty="0"/>
              <a:t>Quellenangabe und Zusatzinformationen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3D6F20-B80D-9A42-CA38-A6CA7465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1E4B2-56B7-4DB6-98D4-F7FCD76DEAED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D043BD-90CA-8F5B-C0B8-368B9D68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85BAAA-463A-EEC7-49F0-48279626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13034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9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481F9-CCD2-2212-7135-8D393F2D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Diagrammplatzhalter 6">
            <a:extLst>
              <a:ext uri="{FF2B5EF4-FFF2-40B4-BE49-F238E27FC236}">
                <a16:creationId xmlns:a16="http://schemas.microsoft.com/office/drawing/2014/main" id="{88FE0A0F-FB3E-A09E-D9E0-CA940019FEF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50825" y="1347788"/>
            <a:ext cx="4321175" cy="3095625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AT"/>
          </a:p>
        </p:txBody>
      </p:sp>
      <p:sp>
        <p:nvSpPr>
          <p:cNvPr id="6" name="Textplatzhalter 24">
            <a:extLst>
              <a:ext uri="{FF2B5EF4-FFF2-40B4-BE49-F238E27FC236}">
                <a16:creationId xmlns:a16="http://schemas.microsoft.com/office/drawing/2014/main" id="{02E68E47-36C0-462F-7D24-8DD8C2754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0800000" flipV="1">
            <a:off x="4494001" y="2539635"/>
            <a:ext cx="4649999" cy="2603865"/>
          </a:xfrm>
          <a:custGeom>
            <a:avLst/>
            <a:gdLst>
              <a:gd name="connsiteX0" fmla="*/ 0 w 4649999"/>
              <a:gd name="connsiteY0" fmla="*/ 1532685 h 2603865"/>
              <a:gd name="connsiteX1" fmla="*/ 0 w 4649999"/>
              <a:gd name="connsiteY1" fmla="*/ 0 h 2603865"/>
              <a:gd name="connsiteX2" fmla="*/ 195396 w 4649999"/>
              <a:gd name="connsiteY2" fmla="*/ 14841 h 2603865"/>
              <a:gd name="connsiteX3" fmla="*/ 4548831 w 4649999"/>
              <a:gd name="connsiteY3" fmla="*/ 2463996 h 2603865"/>
              <a:gd name="connsiteX4" fmla="*/ 4649999 w 4649999"/>
              <a:gd name="connsiteY4" fmla="*/ 2603865 h 2603865"/>
              <a:gd name="connsiteX5" fmla="*/ 2561285 w 4649999"/>
              <a:gd name="connsiteY5" fmla="*/ 2603865 h 2603865"/>
              <a:gd name="connsiteX6" fmla="*/ 2418248 w 4649999"/>
              <a:gd name="connsiteY6" fmla="*/ 2483655 h 2603865"/>
              <a:gd name="connsiteX7" fmla="*/ 28453 w 4649999"/>
              <a:gd name="connsiteY7" fmla="*/ 1534848 h 260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49999" h="2603865">
                <a:moveTo>
                  <a:pt x="0" y="1532685"/>
                </a:moveTo>
                <a:lnTo>
                  <a:pt x="0" y="0"/>
                </a:lnTo>
                <a:lnTo>
                  <a:pt x="195396" y="14841"/>
                </a:lnTo>
                <a:cubicBezTo>
                  <a:pt x="1970903" y="194943"/>
                  <a:pt x="3527048" y="1116205"/>
                  <a:pt x="4548831" y="2463996"/>
                </a:cubicBezTo>
                <a:lnTo>
                  <a:pt x="4649999" y="2603865"/>
                </a:lnTo>
                <a:lnTo>
                  <a:pt x="2561285" y="2603865"/>
                </a:lnTo>
                <a:lnTo>
                  <a:pt x="2418248" y="2483655"/>
                </a:lnTo>
                <a:cubicBezTo>
                  <a:pt x="1742239" y="1965367"/>
                  <a:pt x="922151" y="1625608"/>
                  <a:pt x="28453" y="1534848"/>
                </a:cubicBezTo>
                <a:close/>
              </a:path>
            </a:pathLst>
          </a:custGeom>
          <a:solidFill>
            <a:schemeClr val="tx2">
              <a:alpha val="4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 77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AD65BFF-F797-A0E2-B191-C16841CC42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0" y="1347788"/>
            <a:ext cx="4321175" cy="3095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438B7C7D-5CA1-6B8B-DFC7-85DE1B6717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825" y="4443413"/>
            <a:ext cx="4321175" cy="2159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 b="1"/>
            </a:lvl1pPr>
          </a:lstStyle>
          <a:p>
            <a:pPr lvl="0"/>
            <a:r>
              <a:rPr lang="de-DE" dirty="0"/>
              <a:t>Quellenangabe und Zusatzinformationen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491DF1-4B71-8707-2677-CABBE993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3E3C6-A0AB-4814-B691-E66EF52AFB7A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40CCB8-4BB3-2B6C-B985-C2ED1EC8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FA312D-6BC3-1C78-EADB-7B0A1949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02049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99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8C864-FF38-CA6A-666F-97C6DACE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2347ED25-165A-83C3-80DE-FF47ACF6E72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50825" y="1347788"/>
            <a:ext cx="8642350" cy="302418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AT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5E14799-2CBE-703F-9351-77BC25E357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4443413"/>
            <a:ext cx="8642350" cy="2159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 b="1"/>
            </a:lvl1pPr>
            <a:lvl2pPr marL="288000" indent="0">
              <a:buNone/>
              <a:defRPr/>
            </a:lvl2pPr>
          </a:lstStyle>
          <a:p>
            <a:pPr lvl="0"/>
            <a:r>
              <a:rPr lang="de-DE" dirty="0"/>
              <a:t>Quellenangabe und Zusatzinformationen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B8FEE4-D90A-A11D-CBF1-0EA3DB2A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BE59-054A-4A66-84BE-5AD0B63C2A42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15A3260-DDA2-6DA9-48BE-B9111D23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325CEC-D011-F284-D81C-2FD6E210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19342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99" userDrawn="1">
          <p15:clr>
            <a:srgbClr val="FBAE40"/>
          </p15:clr>
        </p15:guide>
        <p15:guide id="2" orient="horz" pos="2754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6D901A-AF7F-9C1A-9F50-9A9DC6EC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907A39B-DD59-BECD-E012-D2BE502031C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50825" y="1347788"/>
            <a:ext cx="4213225" cy="302418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AT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19F87F4-C4E5-0AE4-B4B4-C15921C331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4443413"/>
            <a:ext cx="4213225" cy="2159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 b="1"/>
            </a:lvl1pPr>
          </a:lstStyle>
          <a:p>
            <a:pPr lvl="0"/>
            <a:r>
              <a:rPr lang="de-DE" dirty="0"/>
              <a:t>Quellenangabe und Zusatzinformationen</a:t>
            </a:r>
          </a:p>
        </p:txBody>
      </p:sp>
      <p:sp>
        <p:nvSpPr>
          <p:cNvPr id="8" name="Tabellenplatzhalter 6">
            <a:extLst>
              <a:ext uri="{FF2B5EF4-FFF2-40B4-BE49-F238E27FC236}">
                <a16:creationId xmlns:a16="http://schemas.microsoft.com/office/drawing/2014/main" id="{4FDB1B57-72DC-7302-9400-156410E830F0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679951" y="1347788"/>
            <a:ext cx="4213226" cy="302418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AT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9F4F6E5-568E-B028-0F7A-B154452A21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9950" y="4443413"/>
            <a:ext cx="4213225" cy="2159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800" b="1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40000"/>
              <a:buFont typeface="Courier New" panose="02070309020205020404" pitchFamily="49" charset="0"/>
              <a:buNone/>
              <a:tabLst/>
              <a:defRPr/>
            </a:pPr>
            <a:r>
              <a:rPr lang="de-DE" dirty="0"/>
              <a:t>Quellenangabe und Zusatzinformationen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41C9378-EA79-67BB-00F4-AF815BAFB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828F-F7D1-47A2-8D7D-BADB64FF832C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0F6AED-375D-217E-C27B-D6F20AEC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4C2DE2-6500-9328-FA59-28CE2EAE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6771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  <p15:guide id="3" orient="horz" pos="2799" userDrawn="1">
          <p15:clr>
            <a:srgbClr val="FBAE40"/>
          </p15:clr>
        </p15:guide>
        <p15:guide id="4" orient="horz" pos="275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en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618" y="1350962"/>
            <a:ext cx="2463556" cy="3442739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6" y="1347788"/>
            <a:ext cx="5905500" cy="331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B6EB4-53EA-4192-9C70-35434673BC8F}" type="datetime1">
              <a:rPr lang="de-AT" smtClean="0"/>
              <a:t>13.01.2026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6376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78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e Kreisdar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D7450-933F-57A1-4D35-1B862985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88D5C0-C801-F67E-2114-1D591A6A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CCD8B-219F-41F9-BDF2-FFA01EAE456A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3F95DA-4A36-10D2-1795-8E03F414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95B262-E3E0-DDC7-5925-3D691F24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8" name="Freeform 210" descr="Halbkreis mit Pfeil nach links">
            <a:extLst>
              <a:ext uri="{FF2B5EF4-FFF2-40B4-BE49-F238E27FC236}">
                <a16:creationId xmlns:a16="http://schemas.microsoft.com/office/drawing/2014/main" id="{34561A3D-0B72-AD4D-7A95-C86C11E1213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30300" y="1951523"/>
            <a:ext cx="3132485" cy="1944000"/>
          </a:xfrm>
          <a:custGeom>
            <a:avLst/>
            <a:gdLst>
              <a:gd name="T0" fmla="*/ 11737 w 11748"/>
              <a:gd name="T1" fmla="*/ 7096 h 7721"/>
              <a:gd name="T2" fmla="*/ 11737 w 11748"/>
              <a:gd name="T3" fmla="*/ 7096 h 7721"/>
              <a:gd name="T4" fmla="*/ 11039 w 11748"/>
              <a:gd name="T5" fmla="*/ 6398 h 7721"/>
              <a:gd name="T6" fmla="*/ 11039 w 11748"/>
              <a:gd name="T7" fmla="*/ 6398 h 7721"/>
              <a:gd name="T8" fmla="*/ 11089 w 11748"/>
              <a:gd name="T9" fmla="*/ 6140 h 7721"/>
              <a:gd name="T10" fmla="*/ 11089 w 11748"/>
              <a:gd name="T11" fmla="*/ 6140 h 7721"/>
              <a:gd name="T12" fmla="*/ 9643 w 11748"/>
              <a:gd name="T13" fmla="*/ 6560 h 7721"/>
              <a:gd name="T14" fmla="*/ 9643 w 11748"/>
              <a:gd name="T15" fmla="*/ 6560 h 7721"/>
              <a:gd name="T16" fmla="*/ 6935 w 11748"/>
              <a:gd name="T17" fmla="*/ 3853 h 7721"/>
              <a:gd name="T18" fmla="*/ 6935 w 11748"/>
              <a:gd name="T19" fmla="*/ 3853 h 7721"/>
              <a:gd name="T20" fmla="*/ 9254 w 11748"/>
              <a:gd name="T21" fmla="*/ 1172 h 7721"/>
              <a:gd name="T22" fmla="*/ 9254 w 11748"/>
              <a:gd name="T23" fmla="*/ 1172 h 7721"/>
              <a:gd name="T24" fmla="*/ 8958 w 11748"/>
              <a:gd name="T25" fmla="*/ 602 h 7721"/>
              <a:gd name="T26" fmla="*/ 8958 w 11748"/>
              <a:gd name="T27" fmla="*/ 602 h 7721"/>
              <a:gd name="T28" fmla="*/ 9302 w 11748"/>
              <a:gd name="T29" fmla="*/ 0 h 7721"/>
              <a:gd name="T30" fmla="*/ 9302 w 11748"/>
              <a:gd name="T31" fmla="*/ 0 h 7721"/>
              <a:gd name="T32" fmla="*/ 5775 w 11748"/>
              <a:gd name="T33" fmla="*/ 3853 h 7721"/>
              <a:gd name="T34" fmla="*/ 5775 w 11748"/>
              <a:gd name="T35" fmla="*/ 3853 h 7721"/>
              <a:gd name="T36" fmla="*/ 6451 w 11748"/>
              <a:gd name="T37" fmla="*/ 6037 h 7721"/>
              <a:gd name="T38" fmla="*/ 1183 w 11748"/>
              <a:gd name="T39" fmla="*/ 6037 h 7721"/>
              <a:gd name="T40" fmla="*/ 1183 w 11748"/>
              <a:gd name="T41" fmla="*/ 5412 h 7721"/>
              <a:gd name="T42" fmla="*/ 0 w 11748"/>
              <a:gd name="T43" fmla="*/ 6474 h 7721"/>
              <a:gd name="T44" fmla="*/ 1183 w 11748"/>
              <a:gd name="T45" fmla="*/ 7535 h 7721"/>
              <a:gd name="T46" fmla="*/ 1183 w 11748"/>
              <a:gd name="T47" fmla="*/ 6840 h 7721"/>
              <a:gd name="T48" fmla="*/ 7186 w 11748"/>
              <a:gd name="T49" fmla="*/ 6840 h 7721"/>
              <a:gd name="T50" fmla="*/ 7186 w 11748"/>
              <a:gd name="T51" fmla="*/ 6840 h 7721"/>
              <a:gd name="T52" fmla="*/ 9643 w 11748"/>
              <a:gd name="T53" fmla="*/ 7720 h 7721"/>
              <a:gd name="T54" fmla="*/ 9643 w 11748"/>
              <a:gd name="T55" fmla="*/ 7720 h 7721"/>
              <a:gd name="T56" fmla="*/ 11747 w 11748"/>
              <a:gd name="T57" fmla="*/ 7096 h 7721"/>
              <a:gd name="T58" fmla="*/ 11747 w 11748"/>
              <a:gd name="T59" fmla="*/ 7096 h 7721"/>
              <a:gd name="T60" fmla="*/ 11737 w 11748"/>
              <a:gd name="T61" fmla="*/ 7096 h 7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748" h="7721">
                <a:moveTo>
                  <a:pt x="11737" y="7096"/>
                </a:moveTo>
                <a:lnTo>
                  <a:pt x="11737" y="7096"/>
                </a:lnTo>
                <a:cubicBezTo>
                  <a:pt x="11351" y="7096"/>
                  <a:pt x="11039" y="6783"/>
                  <a:pt x="11039" y="6398"/>
                </a:cubicBezTo>
                <a:lnTo>
                  <a:pt x="11039" y="6398"/>
                </a:lnTo>
                <a:cubicBezTo>
                  <a:pt x="11039" y="6306"/>
                  <a:pt x="11056" y="6220"/>
                  <a:pt x="11089" y="6140"/>
                </a:cubicBezTo>
                <a:lnTo>
                  <a:pt x="11089" y="6140"/>
                </a:lnTo>
                <a:cubicBezTo>
                  <a:pt x="10670" y="6405"/>
                  <a:pt x="10174" y="6560"/>
                  <a:pt x="9643" y="6560"/>
                </a:cubicBezTo>
                <a:lnTo>
                  <a:pt x="9643" y="6560"/>
                </a:lnTo>
                <a:cubicBezTo>
                  <a:pt x="8148" y="6560"/>
                  <a:pt x="6935" y="5347"/>
                  <a:pt x="6935" y="3853"/>
                </a:cubicBezTo>
                <a:lnTo>
                  <a:pt x="6935" y="3853"/>
                </a:lnTo>
                <a:cubicBezTo>
                  <a:pt x="6935" y="2489"/>
                  <a:pt x="7943" y="1361"/>
                  <a:pt x="9254" y="1172"/>
                </a:cubicBezTo>
                <a:lnTo>
                  <a:pt x="9254" y="1172"/>
                </a:lnTo>
                <a:cubicBezTo>
                  <a:pt x="9075" y="1046"/>
                  <a:pt x="8958" y="837"/>
                  <a:pt x="8958" y="602"/>
                </a:cubicBezTo>
                <a:lnTo>
                  <a:pt x="8958" y="602"/>
                </a:lnTo>
                <a:cubicBezTo>
                  <a:pt x="8958" y="345"/>
                  <a:pt x="9096" y="121"/>
                  <a:pt x="9302" y="0"/>
                </a:cubicBezTo>
                <a:lnTo>
                  <a:pt x="9302" y="0"/>
                </a:lnTo>
                <a:cubicBezTo>
                  <a:pt x="7326" y="172"/>
                  <a:pt x="5775" y="1830"/>
                  <a:pt x="5775" y="3853"/>
                </a:cubicBezTo>
                <a:lnTo>
                  <a:pt x="5775" y="3853"/>
                </a:lnTo>
                <a:cubicBezTo>
                  <a:pt x="5775" y="4663"/>
                  <a:pt x="6025" y="5415"/>
                  <a:pt x="6451" y="6037"/>
                </a:cubicBezTo>
                <a:lnTo>
                  <a:pt x="1183" y="6037"/>
                </a:lnTo>
                <a:lnTo>
                  <a:pt x="1183" y="5412"/>
                </a:lnTo>
                <a:lnTo>
                  <a:pt x="0" y="6474"/>
                </a:lnTo>
                <a:lnTo>
                  <a:pt x="1183" y="7535"/>
                </a:lnTo>
                <a:lnTo>
                  <a:pt x="1183" y="6840"/>
                </a:lnTo>
                <a:lnTo>
                  <a:pt x="7186" y="6840"/>
                </a:lnTo>
                <a:lnTo>
                  <a:pt x="7186" y="6840"/>
                </a:lnTo>
                <a:cubicBezTo>
                  <a:pt x="7854" y="7390"/>
                  <a:pt x="8710" y="7720"/>
                  <a:pt x="9643" y="7720"/>
                </a:cubicBezTo>
                <a:lnTo>
                  <a:pt x="9643" y="7720"/>
                </a:lnTo>
                <a:cubicBezTo>
                  <a:pt x="10419" y="7720"/>
                  <a:pt x="11142" y="7491"/>
                  <a:pt x="11747" y="7096"/>
                </a:cubicBezTo>
                <a:lnTo>
                  <a:pt x="11747" y="7096"/>
                </a:lnTo>
                <a:cubicBezTo>
                  <a:pt x="11744" y="7096"/>
                  <a:pt x="11741" y="7096"/>
                  <a:pt x="11737" y="7096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532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 Light" panose="020F0502020204030203" pitchFamily="34" charset="0"/>
            </a:endParaRPr>
          </a:p>
        </p:txBody>
      </p:sp>
      <p:sp>
        <p:nvSpPr>
          <p:cNvPr id="10" name="Freeform 207" descr="Halbkreis mit Pfeil nach rechts">
            <a:extLst>
              <a:ext uri="{FF2B5EF4-FFF2-40B4-BE49-F238E27FC236}">
                <a16:creationId xmlns:a16="http://schemas.microsoft.com/office/drawing/2014/main" id="{C7A9E764-7251-7004-26CC-049B1D65B54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4620945" y="1951523"/>
            <a:ext cx="2569464" cy="1692000"/>
          </a:xfrm>
          <a:custGeom>
            <a:avLst/>
            <a:gdLst>
              <a:gd name="T0" fmla="*/ 9271 w 9272"/>
              <a:gd name="T1" fmla="*/ 1241 h 6540"/>
              <a:gd name="T2" fmla="*/ 8088 w 9272"/>
              <a:gd name="T3" fmla="*/ 179 h 6540"/>
              <a:gd name="T4" fmla="*/ 8088 w 9272"/>
              <a:gd name="T5" fmla="*/ 863 h 6540"/>
              <a:gd name="T6" fmla="*/ 2087 w 9272"/>
              <a:gd name="T7" fmla="*/ 863 h 6540"/>
              <a:gd name="T8" fmla="*/ 2087 w 9272"/>
              <a:gd name="T9" fmla="*/ 863 h 6540"/>
              <a:gd name="T10" fmla="*/ 0 w 9272"/>
              <a:gd name="T11" fmla="*/ 0 h 6540"/>
              <a:gd name="T12" fmla="*/ 0 w 9272"/>
              <a:gd name="T13" fmla="*/ 0 h 6540"/>
              <a:gd name="T14" fmla="*/ 340 w 9272"/>
              <a:gd name="T15" fmla="*/ 599 h 6540"/>
              <a:gd name="T16" fmla="*/ 340 w 9272"/>
              <a:gd name="T17" fmla="*/ 599 h 6540"/>
              <a:gd name="T18" fmla="*/ 39 w 9272"/>
              <a:gd name="T19" fmla="*/ 1173 h 6540"/>
              <a:gd name="T20" fmla="*/ 39 w 9272"/>
              <a:gd name="T21" fmla="*/ 1173 h 6540"/>
              <a:gd name="T22" fmla="*/ 2336 w 9272"/>
              <a:gd name="T23" fmla="*/ 3850 h 6540"/>
              <a:gd name="T24" fmla="*/ 2336 w 9272"/>
              <a:gd name="T25" fmla="*/ 3850 h 6540"/>
              <a:gd name="T26" fmla="*/ 1595 w 9272"/>
              <a:gd name="T27" fmla="*/ 5709 h 6540"/>
              <a:gd name="T28" fmla="*/ 1595 w 9272"/>
              <a:gd name="T29" fmla="*/ 5709 h 6540"/>
              <a:gd name="T30" fmla="*/ 1724 w 9272"/>
              <a:gd name="T31" fmla="*/ 5697 h 6540"/>
              <a:gd name="T32" fmla="*/ 1724 w 9272"/>
              <a:gd name="T33" fmla="*/ 5697 h 6540"/>
              <a:gd name="T34" fmla="*/ 2422 w 9272"/>
              <a:gd name="T35" fmla="*/ 6395 h 6540"/>
              <a:gd name="T36" fmla="*/ 2422 w 9272"/>
              <a:gd name="T37" fmla="*/ 6395 h 6540"/>
              <a:gd name="T38" fmla="*/ 2407 w 9272"/>
              <a:gd name="T39" fmla="*/ 6539 h 6540"/>
              <a:gd name="T40" fmla="*/ 2407 w 9272"/>
              <a:gd name="T41" fmla="*/ 6539 h 6540"/>
              <a:gd name="T42" fmla="*/ 3496 w 9272"/>
              <a:gd name="T43" fmla="*/ 3850 h 6540"/>
              <a:gd name="T44" fmla="*/ 3496 w 9272"/>
              <a:gd name="T45" fmla="*/ 3850 h 6540"/>
              <a:gd name="T46" fmla="*/ 2821 w 9272"/>
              <a:gd name="T47" fmla="*/ 1666 h 6540"/>
              <a:gd name="T48" fmla="*/ 8088 w 9272"/>
              <a:gd name="T49" fmla="*/ 1666 h 6540"/>
              <a:gd name="T50" fmla="*/ 8088 w 9272"/>
              <a:gd name="T51" fmla="*/ 2303 h 6540"/>
              <a:gd name="T52" fmla="*/ 9271 w 9272"/>
              <a:gd name="T53" fmla="*/ 1241 h 6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9272" h="6540">
                <a:moveTo>
                  <a:pt x="9271" y="1241"/>
                </a:moveTo>
                <a:lnTo>
                  <a:pt x="8088" y="179"/>
                </a:lnTo>
                <a:lnTo>
                  <a:pt x="8088" y="863"/>
                </a:lnTo>
                <a:lnTo>
                  <a:pt x="2087" y="863"/>
                </a:lnTo>
                <a:lnTo>
                  <a:pt x="2087" y="863"/>
                </a:lnTo>
                <a:cubicBezTo>
                  <a:pt x="1508" y="387"/>
                  <a:pt x="789" y="75"/>
                  <a:pt x="0" y="0"/>
                </a:cubicBezTo>
                <a:lnTo>
                  <a:pt x="0" y="0"/>
                </a:lnTo>
                <a:cubicBezTo>
                  <a:pt x="204" y="121"/>
                  <a:pt x="340" y="344"/>
                  <a:pt x="340" y="599"/>
                </a:cubicBezTo>
                <a:lnTo>
                  <a:pt x="340" y="599"/>
                </a:lnTo>
                <a:cubicBezTo>
                  <a:pt x="340" y="836"/>
                  <a:pt x="221" y="1047"/>
                  <a:pt x="39" y="1173"/>
                </a:cubicBezTo>
                <a:lnTo>
                  <a:pt x="39" y="1173"/>
                </a:lnTo>
                <a:cubicBezTo>
                  <a:pt x="1339" y="1370"/>
                  <a:pt x="2336" y="2493"/>
                  <a:pt x="2336" y="3850"/>
                </a:cubicBezTo>
                <a:lnTo>
                  <a:pt x="2336" y="3850"/>
                </a:lnTo>
                <a:cubicBezTo>
                  <a:pt x="2336" y="4569"/>
                  <a:pt x="2054" y="5224"/>
                  <a:pt x="1595" y="5709"/>
                </a:cubicBezTo>
                <a:lnTo>
                  <a:pt x="1595" y="5709"/>
                </a:lnTo>
                <a:cubicBezTo>
                  <a:pt x="1637" y="5702"/>
                  <a:pt x="1680" y="5697"/>
                  <a:pt x="1724" y="5697"/>
                </a:cubicBezTo>
                <a:lnTo>
                  <a:pt x="1724" y="5697"/>
                </a:lnTo>
                <a:cubicBezTo>
                  <a:pt x="2110" y="5697"/>
                  <a:pt x="2422" y="6010"/>
                  <a:pt x="2422" y="6395"/>
                </a:cubicBezTo>
                <a:lnTo>
                  <a:pt x="2422" y="6395"/>
                </a:lnTo>
                <a:cubicBezTo>
                  <a:pt x="2422" y="6444"/>
                  <a:pt x="2417" y="6493"/>
                  <a:pt x="2407" y="6539"/>
                </a:cubicBezTo>
                <a:lnTo>
                  <a:pt x="2407" y="6539"/>
                </a:lnTo>
                <a:cubicBezTo>
                  <a:pt x="3081" y="5843"/>
                  <a:pt x="3496" y="4894"/>
                  <a:pt x="3496" y="3850"/>
                </a:cubicBezTo>
                <a:lnTo>
                  <a:pt x="3496" y="3850"/>
                </a:lnTo>
                <a:cubicBezTo>
                  <a:pt x="3496" y="3039"/>
                  <a:pt x="3247" y="2288"/>
                  <a:pt x="2821" y="1666"/>
                </a:cubicBezTo>
                <a:lnTo>
                  <a:pt x="8088" y="1666"/>
                </a:lnTo>
                <a:lnTo>
                  <a:pt x="8088" y="2303"/>
                </a:lnTo>
                <a:lnTo>
                  <a:pt x="9271" y="1241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532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 Light" panose="020F0502020204030203" pitchFamily="34" charset="0"/>
            </a:endParaRP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8EB39679-F777-770C-A08A-26D34F9A45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1188" y="1300163"/>
            <a:ext cx="2755900" cy="1862137"/>
          </a:xfrm>
        </p:spPr>
        <p:txBody>
          <a:bodyPr anchor="b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5" name="Inhaltsplatzhalter 12">
            <a:extLst>
              <a:ext uri="{FF2B5EF4-FFF2-40B4-BE49-F238E27FC236}">
                <a16:creationId xmlns:a16="http://schemas.microsoft.com/office/drawing/2014/main" id="{61A39CF9-6311-5ACB-256C-EFD4F2258C1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12459" y="2681661"/>
            <a:ext cx="2755900" cy="18621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0865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Kreis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FE08E9-1A7D-7B39-D89C-71E16E7C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7E93B2-2AC2-A0D5-8428-AFB878A6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E1EB-9B7B-4B0A-9CA7-E2A59CA048CC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594E4C0-212B-FA21-3C48-CEC7534A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3CC310-70CF-EC61-563C-2BB9C5A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6" name="Diagrammplatzhalter 5" descr="Kreisdiagramm 1">
            <a:extLst>
              <a:ext uri="{FF2B5EF4-FFF2-40B4-BE49-F238E27FC236}">
                <a16:creationId xmlns:a16="http://schemas.microsoft.com/office/drawing/2014/main" id="{B3E3CFA0-F449-3DB8-8B63-F01EE48D436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19138" y="1017767"/>
            <a:ext cx="2306941" cy="1852654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3290017B-3CF6-9D1F-CDC0-12B960870F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558" y="2806786"/>
            <a:ext cx="2306942" cy="156518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iagrammplatzhalter 5" descr="Kreisdiagramm 2">
            <a:extLst>
              <a:ext uri="{FF2B5EF4-FFF2-40B4-BE49-F238E27FC236}">
                <a16:creationId xmlns:a16="http://schemas.microsoft.com/office/drawing/2014/main" id="{44C78489-7F75-750F-2630-5CB66BC4D9A1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419320" y="1017754"/>
            <a:ext cx="2306941" cy="1852653"/>
          </a:xfrm>
        </p:spPr>
        <p:txBody>
          <a:bodyPr/>
          <a:lstStyle/>
          <a:p>
            <a:r>
              <a:rPr lang="de-DE"/>
              <a:t>Diagramm durch Klicken auf Symbol hinzufügen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D691774-DF1B-87E7-7A1F-BEEA49560E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19064" y="2806786"/>
            <a:ext cx="2306942" cy="156518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iagrammplatzhalter 5" descr="Kreisdiagramm 3&#10;">
            <a:extLst>
              <a:ext uri="{FF2B5EF4-FFF2-40B4-BE49-F238E27FC236}">
                <a16:creationId xmlns:a16="http://schemas.microsoft.com/office/drawing/2014/main" id="{96FF06D2-3DC4-E70A-11B2-933BC262D5B7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227453" y="1017742"/>
            <a:ext cx="2306941" cy="1852653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DE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3209A7E6-68C1-0AFA-5130-9213468D51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28516" y="2790909"/>
            <a:ext cx="2306942" cy="1581066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0E18C17D-2F27-95C1-B63B-2B7108699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557" y="4516438"/>
            <a:ext cx="7293695" cy="123111"/>
          </a:xfrm>
        </p:spPr>
        <p:txBody>
          <a:bodyPr>
            <a:spAutoFit/>
          </a:bodyPr>
          <a:lstStyle>
            <a:lvl1pPr marL="0" indent="0" algn="l">
              <a:buNone/>
              <a:defRPr sz="800" b="1">
                <a:solidFill>
                  <a:schemeClr val="tx1"/>
                </a:solidFill>
              </a:defRPr>
            </a:lvl1pPr>
            <a:lvl2pPr marL="342900" indent="0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2pPr>
            <a:lvl3pPr marL="685800" indent="0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3pPr>
            <a:lvl4pPr marL="1028700" indent="0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4pPr>
            <a:lvl5pPr marL="1371600" indent="0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de-DE" dirty="0"/>
              <a:t>Quellenangabe und Zusatzinformationen</a:t>
            </a:r>
          </a:p>
        </p:txBody>
      </p:sp>
    </p:spTree>
    <p:extLst>
      <p:ext uri="{BB962C8B-B14F-4D97-AF65-F5344CB8AC3E}">
        <p14:creationId xmlns:p14="http://schemas.microsoft.com/office/powerpoint/2010/main" val="25118524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schrit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4F3983-7BD1-CBE0-ADDD-8547CDD0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922DCE-1D8E-5F60-28BD-0F81643B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DA72-006E-43C6-B671-095207775BE0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DFA8A6-8AC4-320F-D58C-3ABC1D20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7ECCB4-11A7-C5FE-0B97-8DB9EF55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89DD1922-11F7-B07F-A8FF-C0E081616E33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1458320" y="1311275"/>
            <a:ext cx="977900" cy="382588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03C88904-4D96-BFF6-6CC6-90D5A1B29E95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395288" y="1419224"/>
            <a:ext cx="1800000" cy="3097213"/>
          </a:xfrm>
          <a:noFill/>
          <a:ln w="12700">
            <a:solidFill>
              <a:schemeClr val="accent1"/>
            </a:solidFill>
          </a:ln>
        </p:spPr>
        <p:txBody>
          <a:bodyPr lIns="108000" tIns="432000" rIns="108000" bIns="180000"/>
          <a:lstStyle>
            <a:lvl1pPr marL="0" indent="0">
              <a:spcBef>
                <a:spcPts val="0"/>
              </a:spcBef>
              <a:buNone/>
              <a:defRPr sz="11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9796820-4E3F-F2B8-81EE-3D04046F5F1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3577608" y="1311275"/>
            <a:ext cx="977900" cy="382588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DF5E20F5-3B6C-5187-3011-933742F4F98B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2538823" y="1419224"/>
            <a:ext cx="1800000" cy="3097213"/>
          </a:xfrm>
          <a:noFill/>
          <a:ln w="12700">
            <a:solidFill>
              <a:schemeClr val="accent1"/>
            </a:solidFill>
          </a:ln>
        </p:spPr>
        <p:txBody>
          <a:bodyPr lIns="108000" tIns="432000" rIns="108000" bIns="180000"/>
          <a:lstStyle>
            <a:lvl1pPr marL="0" indent="0">
              <a:spcBef>
                <a:spcPts val="0"/>
              </a:spcBef>
              <a:buNone/>
              <a:defRPr sz="11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03EF6F42-3A55-162C-250B-FA2B3059F06D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5686037" y="1311275"/>
            <a:ext cx="977900" cy="382588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A2C21F1F-0066-214D-8EAE-F0D1015932D6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4661739" y="1419225"/>
            <a:ext cx="1800000" cy="3097212"/>
          </a:xfrm>
          <a:noFill/>
          <a:ln w="12700">
            <a:solidFill>
              <a:schemeClr val="accent1"/>
            </a:solidFill>
          </a:ln>
        </p:spPr>
        <p:txBody>
          <a:bodyPr lIns="108000" tIns="432000" rIns="108000" bIns="180000"/>
          <a:lstStyle>
            <a:lvl1pPr marL="0" indent="0">
              <a:spcBef>
                <a:spcPts val="0"/>
              </a:spcBef>
              <a:buNone/>
              <a:defRPr sz="11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358FC636-F45B-6153-6420-4BE01DB56203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7791771" y="1311275"/>
            <a:ext cx="977900" cy="382588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7857F854-14B1-8FAB-28B9-D06318C840C1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6732813" y="1419224"/>
            <a:ext cx="1800000" cy="3097213"/>
          </a:xfrm>
          <a:noFill/>
          <a:ln w="12700">
            <a:solidFill>
              <a:schemeClr val="accent1"/>
            </a:solidFill>
          </a:ln>
        </p:spPr>
        <p:txBody>
          <a:bodyPr lIns="108000" tIns="432000" rIns="108000" bIns="180000"/>
          <a:lstStyle>
            <a:lvl1pPr marL="0" indent="0">
              <a:spcBef>
                <a:spcPts val="0"/>
              </a:spcBef>
              <a:buNone/>
              <a:defRPr sz="11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77486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pha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F2FCA1-562C-C9B1-2525-13A03DCB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7FADF4-033E-F2C8-7925-9E27D83A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2DF1-E9B8-446B-B854-BB669F9054D3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DECC26-B5FC-5ED6-CAD3-43D2C0EC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F6A09C-717E-399D-99C1-E4E03EEC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7AF464A1-4A49-088C-C568-FE6E8A92B7DD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395287" y="1322388"/>
            <a:ext cx="1908087" cy="3825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anchor="ctr" anchorCtr="0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A526CA80-70B7-DFB4-62A6-E3BADDA490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5288" y="1716089"/>
            <a:ext cx="1908000" cy="2800347"/>
          </a:xfr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lIns="108000" tIns="180000" rIns="108000" bIns="180000"/>
          <a:lstStyle>
            <a:lvl1pPr marL="0" indent="0">
              <a:spcBef>
                <a:spcPts val="0"/>
              </a:spcBef>
              <a:buNone/>
              <a:defRPr sz="11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2F29347-25BF-AAAF-64D1-86DF145CEF65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2542695" y="1322389"/>
            <a:ext cx="1908001" cy="393700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97D2556D-A275-EA5B-C4F4-E2F4FE96B7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42782" y="1726734"/>
            <a:ext cx="1908000" cy="2800348"/>
          </a:xfr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 lIns="108000" tIns="180000" rIns="108000" bIns="180000"/>
          <a:lstStyle>
            <a:lvl1pPr marL="0" indent="0">
              <a:spcBef>
                <a:spcPts val="0"/>
              </a:spcBef>
              <a:buNone/>
              <a:defRPr sz="11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A29F64B-7A54-5D00-67F1-8E5A603FCFF4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690017" y="1311274"/>
            <a:ext cx="1908000" cy="415459"/>
          </a:xfr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anchor="ctr" anchorCtr="0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FA0BE647-8F58-F5DB-E843-742EBC0529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0276" y="1726733"/>
            <a:ext cx="1908000" cy="2789705"/>
          </a:xfr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</p:spPr>
        <p:txBody>
          <a:bodyPr lIns="108000" tIns="180000" rIns="108000" bIns="180000"/>
          <a:lstStyle>
            <a:lvl1pPr marL="0" indent="0">
              <a:spcBef>
                <a:spcPts val="0"/>
              </a:spcBef>
              <a:buNone/>
              <a:defRPr sz="11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081A9503-909E-7861-F6DE-5559AC7C6F3F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837252" y="1311275"/>
            <a:ext cx="1908000" cy="404814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anchor="ctr" anchorCtr="0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73EE97A0-96FD-CD7F-1759-3305DFDBE4A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7771" y="1726731"/>
            <a:ext cx="1908000" cy="2789705"/>
          </a:xfr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4"/>
            </a:solidFill>
          </a:ln>
        </p:spPr>
        <p:txBody>
          <a:bodyPr lIns="108000" tIns="180000" rIns="108000" bIns="180000"/>
          <a:lstStyle>
            <a:lvl1pPr marL="0" indent="0">
              <a:spcBef>
                <a:spcPts val="0"/>
              </a:spcBef>
              <a:buNone/>
              <a:defRPr sz="11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18089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izen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4A917-FCF6-DCB3-43AD-3A791EBF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C0D18C-FED0-D8B8-E8AB-8FE1B1BC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5DD35-6D96-4156-85CF-B2B933EAF9EB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B915F5-4548-6F01-65DC-5A0901AF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778750-2EE3-6C04-5249-B86A9E2D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6" name="Textplatzhalter 6" title="Notiz">
            <a:extLst>
              <a:ext uri="{FF2B5EF4-FFF2-40B4-BE49-F238E27FC236}">
                <a16:creationId xmlns:a16="http://schemas.microsoft.com/office/drawing/2014/main" id="{0D7D1B92-8701-4E7D-4C04-307D05E021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188" y="1311274"/>
            <a:ext cx="2160000" cy="1440000"/>
          </a:xfrm>
          <a:solidFill>
            <a:schemeClr val="bg1"/>
          </a:solidFill>
        </p:spPr>
        <p:txBody>
          <a:bodyPr lIns="72000" tIns="36000" rIns="72000" bIns="36000"/>
          <a:lstStyle>
            <a:lvl1pPr marL="0" indent="0">
              <a:buFontTx/>
              <a:buNone/>
              <a:defRPr sz="1100" baseline="0"/>
            </a:lvl1pPr>
          </a:lstStyle>
          <a:p>
            <a:pPr lvl="0"/>
            <a:r>
              <a:rPr lang="de-DE" dirty="0"/>
              <a:t>Notiz einfügen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C9ADD889-ECB0-F6E0-6B12-0696D44DF6B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54042" y="2577265"/>
            <a:ext cx="432000" cy="252000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01.01.</a:t>
            </a:r>
          </a:p>
        </p:txBody>
      </p:sp>
      <p:sp>
        <p:nvSpPr>
          <p:cNvPr id="8" name="Textplatzhalter 6" title="Notiz">
            <a:extLst>
              <a:ext uri="{FF2B5EF4-FFF2-40B4-BE49-F238E27FC236}">
                <a16:creationId xmlns:a16="http://schemas.microsoft.com/office/drawing/2014/main" id="{FDDAA7DF-CCE1-5559-DC59-0E69A1EBD8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6661" y="1311274"/>
            <a:ext cx="2160000" cy="1440000"/>
          </a:xfrm>
          <a:solidFill>
            <a:schemeClr val="bg1"/>
          </a:solidFill>
        </p:spPr>
        <p:txBody>
          <a:bodyPr lIns="72000" tIns="36000" rIns="72000" bIns="36000"/>
          <a:lstStyle>
            <a:lvl1pPr marL="0" indent="0">
              <a:buFontTx/>
              <a:buNone/>
              <a:defRPr sz="1100" baseline="0"/>
            </a:lvl1pPr>
          </a:lstStyle>
          <a:p>
            <a:pPr lvl="0"/>
            <a:r>
              <a:rPr lang="de-DE" dirty="0"/>
              <a:t>Notiz einfügen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178648F-74CB-5107-C02C-230A853B456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8996" y="2577265"/>
            <a:ext cx="432000" cy="252000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01.01.</a:t>
            </a:r>
          </a:p>
        </p:txBody>
      </p:sp>
      <p:sp>
        <p:nvSpPr>
          <p:cNvPr id="10" name="Textplatzhalter 6" title="Notiz">
            <a:extLst>
              <a:ext uri="{FF2B5EF4-FFF2-40B4-BE49-F238E27FC236}">
                <a16:creationId xmlns:a16="http://schemas.microsoft.com/office/drawing/2014/main" id="{6CFDC802-B4FA-8465-358E-76F7396D40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62134" y="1311275"/>
            <a:ext cx="2160000" cy="1440000"/>
          </a:xfrm>
          <a:solidFill>
            <a:schemeClr val="bg1"/>
          </a:solidFill>
        </p:spPr>
        <p:txBody>
          <a:bodyPr lIns="72000" tIns="36000" rIns="72000" bIns="36000"/>
          <a:lstStyle>
            <a:lvl1pPr marL="0" indent="0">
              <a:buFontTx/>
              <a:buNone/>
              <a:defRPr sz="1100" baseline="0"/>
            </a:lvl1pPr>
          </a:lstStyle>
          <a:p>
            <a:pPr lvl="0"/>
            <a:r>
              <a:rPr lang="de-DE" dirty="0"/>
              <a:t>Notiz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4E1B7B6-6B02-C6CE-8C21-F998D01574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18422" y="2573764"/>
            <a:ext cx="432000" cy="252000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01.01.</a:t>
            </a:r>
          </a:p>
        </p:txBody>
      </p:sp>
      <p:sp>
        <p:nvSpPr>
          <p:cNvPr id="12" name="Textplatzhalter 6" title="Notiz">
            <a:extLst>
              <a:ext uri="{FF2B5EF4-FFF2-40B4-BE49-F238E27FC236}">
                <a16:creationId xmlns:a16="http://schemas.microsoft.com/office/drawing/2014/main" id="{3FF14033-9AEB-0107-BB6D-1D703E45EA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188" y="2934494"/>
            <a:ext cx="2160000" cy="1440000"/>
          </a:xfrm>
          <a:solidFill>
            <a:schemeClr val="bg1"/>
          </a:solidFill>
        </p:spPr>
        <p:txBody>
          <a:bodyPr lIns="72000" tIns="36000" rIns="72000" bIns="36000"/>
          <a:lstStyle>
            <a:lvl1pPr marL="0" indent="0">
              <a:buFontTx/>
              <a:buNone/>
              <a:defRPr sz="1100" baseline="0"/>
            </a:lvl1pPr>
          </a:lstStyle>
          <a:p>
            <a:pPr lvl="0"/>
            <a:r>
              <a:rPr lang="de-DE" dirty="0"/>
              <a:t>Notiz einfügen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5424BB1B-D2D7-767D-B429-16B908E88F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54042" y="4272532"/>
            <a:ext cx="432000" cy="252000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01.01.</a:t>
            </a:r>
          </a:p>
        </p:txBody>
      </p:sp>
      <p:sp>
        <p:nvSpPr>
          <p:cNvPr id="14" name="Textplatzhalter 6" title="Notiz">
            <a:extLst>
              <a:ext uri="{FF2B5EF4-FFF2-40B4-BE49-F238E27FC236}">
                <a16:creationId xmlns:a16="http://schemas.microsoft.com/office/drawing/2014/main" id="{FE404B69-3DA8-D08B-E981-32B16A69A4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36661" y="2941350"/>
            <a:ext cx="2160000" cy="1440000"/>
          </a:xfrm>
          <a:solidFill>
            <a:schemeClr val="bg1"/>
          </a:solidFill>
        </p:spPr>
        <p:txBody>
          <a:bodyPr lIns="72000" tIns="36000" rIns="72000" bIns="36000"/>
          <a:lstStyle>
            <a:lvl1pPr marL="0" indent="0">
              <a:buFontTx/>
              <a:buNone/>
              <a:defRPr sz="1100" baseline="0"/>
            </a:lvl1pPr>
          </a:lstStyle>
          <a:p>
            <a:pPr lvl="0"/>
            <a:r>
              <a:rPr lang="de-DE" dirty="0"/>
              <a:t>Notiz einfügen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901E4B4F-DBF8-9CCB-6EA9-072E9507FA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78995" y="4272439"/>
            <a:ext cx="432000" cy="252000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01.01.</a:t>
            </a:r>
          </a:p>
        </p:txBody>
      </p:sp>
      <p:sp>
        <p:nvSpPr>
          <p:cNvPr id="16" name="Textplatzhalter 6" title="Notiz">
            <a:extLst>
              <a:ext uri="{FF2B5EF4-FFF2-40B4-BE49-F238E27FC236}">
                <a16:creationId xmlns:a16="http://schemas.microsoft.com/office/drawing/2014/main" id="{DA1E6D8F-6FD4-0045-51D8-0A1FB99A13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134" y="2934494"/>
            <a:ext cx="2160000" cy="1440000"/>
          </a:xfrm>
          <a:solidFill>
            <a:schemeClr val="bg1"/>
          </a:solidFill>
        </p:spPr>
        <p:txBody>
          <a:bodyPr lIns="72000" tIns="36000" rIns="72000" bIns="36000"/>
          <a:lstStyle>
            <a:lvl1pPr marL="0" indent="0">
              <a:buFontTx/>
              <a:buNone/>
              <a:defRPr sz="1100" baseline="0"/>
            </a:lvl1pPr>
          </a:lstStyle>
          <a:p>
            <a:pPr lvl="0"/>
            <a:r>
              <a:rPr lang="de-DE" dirty="0"/>
              <a:t>Notiz einfügen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A736DE6D-E4DD-25F9-4D5B-20BD1625443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18421" y="4268065"/>
            <a:ext cx="432000" cy="252000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01.01.</a:t>
            </a:r>
          </a:p>
        </p:txBody>
      </p:sp>
    </p:spTree>
    <p:extLst>
      <p:ext uri="{BB962C8B-B14F-4D97-AF65-F5344CB8AC3E}">
        <p14:creationId xmlns:p14="http://schemas.microsoft.com/office/powerpoint/2010/main" val="31097568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mit Titel Farbe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043A6-19EB-DCC3-DD02-48D17A81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F1D5464-E073-3A9F-A93F-4A548061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C634-95E1-4532-9A51-B54FF2D7C930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B8C89A-D9AB-FE59-4C54-F543E6CB8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BEEE05-6935-371F-7298-26E71F23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096377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D7450-933F-57A1-4D35-1B862985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88D5C0-C801-F67E-2114-1D591A6A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A81C3-8B8F-452B-960A-EFA5B94A2BFD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3F95DA-4A36-10D2-1795-8E03F414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95B262-E3E0-DDC7-5925-3D691F24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12709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78888D-D036-B527-3624-88E34E765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870A81-DDDB-8A9C-A8D8-B247DF37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64FBE-7253-4631-903E-01F7354DA709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A97205-ECB6-147B-33DD-69942905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DF7FE3-5C8F-B105-C59B-4140F7ABB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B427C09B-2359-B0A4-863C-0EE185325A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1347788"/>
            <a:ext cx="8642350" cy="3311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43415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foli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CE985A-B2E8-2986-717B-7F074D1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939834"/>
            <a:ext cx="6121400" cy="1186647"/>
          </a:xfrm>
        </p:spPr>
        <p:txBody>
          <a:bodyPr anchor="ctr" anchorCtr="0"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F83EF85-F6FA-1EF2-5E89-6B9C561B8E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8263" y="3291840"/>
            <a:ext cx="3744912" cy="1367473"/>
          </a:xfrm>
        </p:spPr>
        <p:txBody>
          <a:bodyPr anchor="b" anchorCtr="0"/>
          <a:lstStyle>
            <a:lvl1pPr marL="0" indent="0" algn="r">
              <a:spcAft>
                <a:spcPts val="0"/>
              </a:spcAft>
              <a:buNone/>
              <a:defRPr sz="1000"/>
            </a:lvl1pPr>
            <a:lvl2pPr marL="288000" indent="0">
              <a:spcAft>
                <a:spcPts val="0"/>
              </a:spcAft>
              <a:buNone/>
              <a:defRPr sz="1000"/>
            </a:lvl2pPr>
            <a:lvl3pPr marL="677250" indent="0">
              <a:buNone/>
              <a:defRPr sz="1000"/>
            </a:lvl3pPr>
            <a:lvl4pPr marL="1020150" indent="0">
              <a:buNone/>
              <a:defRPr sz="1000"/>
            </a:lvl4pPr>
            <a:lvl5pPr marL="1363050" indent="0">
              <a:buNone/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44647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14" userDrawn="1">
          <p15:clr>
            <a:srgbClr val="FBAE40"/>
          </p15:clr>
        </p15:guide>
        <p15:guide id="2" pos="3243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folie Bil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3D9D60C-994A-13D3-2818-7DF54F3252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6011864" cy="5143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08EC21-2719-7133-D923-F6CA8BAE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934570"/>
            <a:ext cx="5080934" cy="3812241"/>
          </a:xfrm>
        </p:spPr>
        <p:txBody>
          <a:bodyPr anchor="t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F530198-A93E-44E9-162E-34F07B9347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1863" y="2571750"/>
            <a:ext cx="2881312" cy="2087563"/>
          </a:xfrm>
        </p:spPr>
        <p:txBody>
          <a:bodyPr anchor="b" anchorCtr="0"/>
          <a:lstStyle>
            <a:lvl1pPr marL="0" indent="0" algn="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071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7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folie Bil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2F90F2-72F1-8457-1E17-7A8F0BA1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09574"/>
            <a:ext cx="3612963" cy="1562176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CEAF657-7936-C075-B25B-0CC2FFDB79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0825" y="3155243"/>
            <a:ext cx="3612963" cy="1504070"/>
          </a:xfrm>
        </p:spPr>
        <p:txBody>
          <a:bodyPr anchor="b" anchorCtr="0"/>
          <a:lstStyle>
            <a:lvl1pPr marL="0" indent="0" algn="l"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E2F7E995-C89A-D09B-961C-7B8651B08ED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129483" y="996126"/>
            <a:ext cx="5014519" cy="4147375"/>
          </a:xfrm>
          <a:custGeom>
            <a:avLst/>
            <a:gdLst>
              <a:gd name="connsiteX0" fmla="*/ 2700000 w 5014519"/>
              <a:gd name="connsiteY0" fmla="*/ 0 h 4147375"/>
              <a:gd name="connsiteX1" fmla="*/ 4938882 w 5014519"/>
              <a:gd name="connsiteY1" fmla="*/ 1190405 h 4147375"/>
              <a:gd name="connsiteX2" fmla="*/ 5014519 w 5014519"/>
              <a:gd name="connsiteY2" fmla="*/ 1314906 h 4147375"/>
              <a:gd name="connsiteX3" fmla="*/ 5014519 w 5014519"/>
              <a:gd name="connsiteY3" fmla="*/ 4085094 h 4147375"/>
              <a:gd name="connsiteX4" fmla="*/ 5014517 w 5014519"/>
              <a:gd name="connsiteY4" fmla="*/ 4085098 h 4147375"/>
              <a:gd name="connsiteX5" fmla="*/ 5014517 w 5014519"/>
              <a:gd name="connsiteY5" fmla="*/ 4147374 h 4147375"/>
              <a:gd name="connsiteX6" fmla="*/ 4976683 w 5014519"/>
              <a:gd name="connsiteY6" fmla="*/ 4147374 h 4147375"/>
              <a:gd name="connsiteX7" fmla="*/ 4976682 w 5014519"/>
              <a:gd name="connsiteY7" fmla="*/ 4147375 h 4147375"/>
              <a:gd name="connsiteX8" fmla="*/ 423318 w 5014519"/>
              <a:gd name="connsiteY8" fmla="*/ 4147375 h 4147375"/>
              <a:gd name="connsiteX9" fmla="*/ 325876 w 5014519"/>
              <a:gd name="connsiteY9" fmla="*/ 3986981 h 4147375"/>
              <a:gd name="connsiteX10" fmla="*/ 0 w 5014519"/>
              <a:gd name="connsiteY10" fmla="*/ 2700000 h 4147375"/>
              <a:gd name="connsiteX11" fmla="*/ 2700000 w 5014519"/>
              <a:gd name="connsiteY11" fmla="*/ 0 h 414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14519" h="4147375">
                <a:moveTo>
                  <a:pt x="2700000" y="0"/>
                </a:moveTo>
                <a:cubicBezTo>
                  <a:pt x="3631981" y="0"/>
                  <a:pt x="4453673" y="472200"/>
                  <a:pt x="4938882" y="1190405"/>
                </a:cubicBezTo>
                <a:lnTo>
                  <a:pt x="5014519" y="1314906"/>
                </a:lnTo>
                <a:lnTo>
                  <a:pt x="5014519" y="4085094"/>
                </a:lnTo>
                <a:lnTo>
                  <a:pt x="5014517" y="4085098"/>
                </a:lnTo>
                <a:lnTo>
                  <a:pt x="5014517" y="4147374"/>
                </a:lnTo>
                <a:lnTo>
                  <a:pt x="4976683" y="4147374"/>
                </a:lnTo>
                <a:lnTo>
                  <a:pt x="4976682" y="4147375"/>
                </a:lnTo>
                <a:lnTo>
                  <a:pt x="423318" y="4147375"/>
                </a:lnTo>
                <a:lnTo>
                  <a:pt x="325876" y="3986981"/>
                </a:lnTo>
                <a:cubicBezTo>
                  <a:pt x="118050" y="3604409"/>
                  <a:pt x="0" y="3165990"/>
                  <a:pt x="0" y="2700000"/>
                </a:cubicBezTo>
                <a:cubicBezTo>
                  <a:pt x="0" y="1208831"/>
                  <a:pt x="1208831" y="0"/>
                  <a:pt x="270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7323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CE985A-B2E8-2986-717B-7F074D1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347789"/>
            <a:ext cx="4897438" cy="325147"/>
          </a:xfrm>
        </p:spPr>
        <p:txBody>
          <a:bodyPr anchor="t" anchorCtr="0"/>
          <a:lstStyle>
            <a:lvl1pPr>
              <a:defRPr sz="12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567264-B050-F7C3-3FDE-2FBB79DCD3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0825" y="1672936"/>
            <a:ext cx="4897438" cy="2986377"/>
          </a:xfrm>
        </p:spPr>
        <p:txBody>
          <a:bodyPr numCol="3"/>
          <a:lstStyle>
            <a:lvl1pPr marL="0" indent="0">
              <a:spcAft>
                <a:spcPts val="300"/>
              </a:spcAft>
              <a:buFontTx/>
              <a:buNone/>
              <a:defRPr sz="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F83EF85-F6FA-1EF2-5E89-6B9C561B8E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8263" y="3299791"/>
            <a:ext cx="3744912" cy="1359522"/>
          </a:xfrm>
        </p:spPr>
        <p:txBody>
          <a:bodyPr anchor="b" anchorCtr="0"/>
          <a:lstStyle>
            <a:lvl1pPr marL="0" indent="0" algn="r">
              <a:spcAft>
                <a:spcPts val="0"/>
              </a:spcAft>
              <a:buNone/>
              <a:defRPr sz="800"/>
            </a:lvl1pPr>
            <a:lvl2pPr marL="288000" indent="0" algn="r">
              <a:spcAft>
                <a:spcPts val="0"/>
              </a:spcAft>
              <a:buNone/>
              <a:defRPr sz="1000"/>
            </a:lvl2pPr>
            <a:lvl3pPr marL="677250" indent="0" algn="r">
              <a:buNone/>
              <a:defRPr sz="1000"/>
            </a:lvl3pPr>
            <a:lvl4pPr marL="1020150" indent="0" algn="r">
              <a:buNone/>
              <a:defRPr sz="1000"/>
            </a:lvl4pPr>
            <a:lvl5pPr marL="1363050" indent="0" algn="r">
              <a:buNone/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1122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740" userDrawn="1">
          <p15:clr>
            <a:srgbClr val="FBAE40"/>
          </p15:clr>
        </p15:guide>
        <p15:guide id="3" pos="32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5" y="231775"/>
            <a:ext cx="7742238" cy="11160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6" y="1347788"/>
            <a:ext cx="7742238" cy="3311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B833E11-7612-F80C-1339-65C62DB9C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3175" y="231775"/>
            <a:ext cx="900000" cy="770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0825" y="4793702"/>
            <a:ext cx="1427435" cy="1444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04939BA-57F4-498D-822B-62D692246236}" type="datetime1">
              <a:rPr lang="de-AT" smtClean="0"/>
              <a:t>13.01.2026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8260" y="4795798"/>
            <a:ext cx="5787480" cy="1444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AT"/>
              <a:t>Titel der Präsentation oder Name des Institutes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5740" y="4796041"/>
            <a:ext cx="1427435" cy="145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3B1ED72C-ABBB-4657-9DA3-1A3BE3BE0174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169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672" r:id="rId2"/>
    <p:sldLayoutId id="2147483703" r:id="rId3"/>
    <p:sldLayoutId id="2147483661" r:id="rId4"/>
    <p:sldLayoutId id="2147483689" r:id="rId5"/>
    <p:sldLayoutId id="2147483683" r:id="rId6"/>
    <p:sldLayoutId id="2147483690" r:id="rId7"/>
    <p:sldLayoutId id="2147483697" r:id="rId8"/>
    <p:sldLayoutId id="2147483699" r:id="rId9"/>
    <p:sldLayoutId id="2147483701" r:id="rId10"/>
    <p:sldLayoutId id="2147483698" r:id="rId11"/>
    <p:sldLayoutId id="2147483702" r:id="rId12"/>
    <p:sldLayoutId id="2147483673" r:id="rId13"/>
    <p:sldLayoutId id="2147483675" r:id="rId14"/>
    <p:sldLayoutId id="2147483676" r:id="rId15"/>
    <p:sldLayoutId id="2147483666" r:id="rId16"/>
    <p:sldLayoutId id="2147483688" r:id="rId17"/>
    <p:sldLayoutId id="2147483674" r:id="rId18"/>
    <p:sldLayoutId id="2147483695" r:id="rId19"/>
    <p:sldLayoutId id="2147483696" r:id="rId20"/>
    <p:sldLayoutId id="2147483704" r:id="rId21"/>
    <p:sldLayoutId id="2147483687" r:id="rId22"/>
    <p:sldLayoutId id="2147483685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686" r:id="rId30"/>
    <p:sldLayoutId id="2147483681" r:id="rId31"/>
    <p:sldLayoutId id="2147483677" r:id="rId32"/>
    <p:sldLayoutId id="2147483682" r:id="rId33"/>
    <p:sldLayoutId id="2147483678" r:id="rId34"/>
    <p:sldLayoutId id="2147483680" r:id="rId35"/>
    <p:sldLayoutId id="2147483664" r:id="rId36"/>
    <p:sldLayoutId id="2147483693" r:id="rId37"/>
    <p:sldLayoutId id="2147483714" r:id="rId38"/>
    <p:sldLayoutId id="2147483715" r:id="rId39"/>
    <p:sldLayoutId id="2147483716" r:id="rId40"/>
    <p:sldLayoutId id="2147483717" r:id="rId41"/>
    <p:sldLayoutId id="2147483718" r:id="rId42"/>
    <p:sldLayoutId id="2147483713" r:id="rId43"/>
    <p:sldLayoutId id="2147483694" r:id="rId44"/>
    <p:sldLayoutId id="2147483679" r:id="rId45"/>
    <p:sldLayoutId id="2147483692" r:id="rId46"/>
    <p:sldLayoutId id="2147483691" r:id="rId47"/>
    <p:sldLayoutId id="2147483684" r:id="rId4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4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800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800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800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158" userDrawn="1">
          <p15:clr>
            <a:srgbClr val="F26B43"/>
          </p15:clr>
        </p15:guide>
        <p15:guide id="4" pos="5602" userDrawn="1">
          <p15:clr>
            <a:srgbClr val="F26B43"/>
          </p15:clr>
        </p15:guide>
        <p15:guide id="5" orient="horz" pos="146" userDrawn="1">
          <p15:clr>
            <a:srgbClr val="F26B43"/>
          </p15:clr>
        </p15:guide>
        <p15:guide id="6" orient="horz" pos="3094" userDrawn="1">
          <p15:clr>
            <a:srgbClr val="F26B43"/>
          </p15:clr>
        </p15:guide>
        <p15:guide id="7" orient="horz" pos="2935" userDrawn="1">
          <p15:clr>
            <a:srgbClr val="F26B43"/>
          </p15:clr>
        </p15:guide>
        <p15:guide id="8" pos="5035" userDrawn="1">
          <p15:clr>
            <a:srgbClr val="F26B43"/>
          </p15:clr>
        </p15:guide>
        <p15:guide id="9" orient="horz" pos="8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pink_dispatcher/483756270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xpert.digital/solarpflicht-in-bremen-bremen-soll-solar-city-werden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pink_dispatcher/483756270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E0D3F6D-AB2C-2F44-6846-1AF8F2B3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840" y="1641384"/>
            <a:ext cx="6104299" cy="189071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FB1D6DD-FA22-227E-591C-6DAE8BB7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work for tomorrow</a:t>
            </a:r>
          </a:p>
        </p:txBody>
      </p:sp>
    </p:spTree>
    <p:extLst>
      <p:ext uri="{BB962C8B-B14F-4D97-AF65-F5344CB8AC3E}">
        <p14:creationId xmlns:p14="http://schemas.microsoft.com/office/powerpoint/2010/main" val="326932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114013-7954-E4D6-2AB3-6BB78C33F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400" y="1759433"/>
            <a:ext cx="5184775" cy="1716732"/>
          </a:xfrm>
        </p:spPr>
        <p:txBody>
          <a:bodyPr/>
          <a:lstStyle/>
          <a:p>
            <a:r>
              <a:rPr lang="en-US" sz="3200" dirty="0"/>
              <a:t>Donating Surplus Energy in Socio-Ecological Energy Communities</a:t>
            </a:r>
            <a:endParaRPr lang="de-AT" sz="32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16DCD2C-0EA4-D8DE-A140-5E4E5E1435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Rosanna Bruno </a:t>
            </a:r>
          </a:p>
        </p:txBody>
      </p:sp>
    </p:spTree>
    <p:extLst>
      <p:ext uri="{BB962C8B-B14F-4D97-AF65-F5344CB8AC3E}">
        <p14:creationId xmlns:p14="http://schemas.microsoft.com/office/powerpoint/2010/main" val="3499171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el 34">
            <a:extLst>
              <a:ext uri="{FF2B5EF4-FFF2-40B4-BE49-F238E27FC236}">
                <a16:creationId xmlns:a16="http://schemas.microsoft.com/office/drawing/2014/main" id="{021A6E8C-51A3-6D38-A28E-57C86FC2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Contents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presentation</a:t>
            </a:r>
            <a:endParaRPr lang="de-AT" sz="2000" dirty="0">
              <a:latin typeface="+mn-lt"/>
            </a:endParaRPr>
          </a:p>
        </p:txBody>
      </p:sp>
      <p:sp>
        <p:nvSpPr>
          <p:cNvPr id="73" name="Textplatzhalter 72">
            <a:extLst>
              <a:ext uri="{FF2B5EF4-FFF2-40B4-BE49-F238E27FC236}">
                <a16:creationId xmlns:a16="http://schemas.microsoft.com/office/drawing/2014/main" id="{16EC4D94-7083-6090-936E-F52D0EC287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  <a:ln w="63500">
            <a:solidFill>
              <a:schemeClr val="accent1"/>
            </a:solidFill>
          </a:ln>
        </p:spPr>
        <p:txBody>
          <a:bodyPr/>
          <a:lstStyle/>
          <a:p>
            <a:r>
              <a:rPr lang="de-AT" dirty="0"/>
              <a:t>01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26D8E4C5-2FAA-4B9B-8E5C-1C0E4EB1C5A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>
                <a:latin typeface="+mj-lt"/>
              </a:rPr>
              <a:t>Project Background</a:t>
            </a:r>
          </a:p>
          <a:p>
            <a:pPr lvl="1"/>
            <a:r>
              <a:rPr lang="de-AT" dirty="0"/>
              <a:t>Short </a:t>
            </a:r>
            <a:r>
              <a:rPr lang="de-AT" dirty="0" err="1"/>
              <a:t>introduction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SEEC &amp; </a:t>
            </a:r>
            <a:r>
              <a:rPr lang="de-AT" dirty="0" err="1"/>
              <a:t>SetEnergy</a:t>
            </a:r>
            <a:r>
              <a:rPr lang="de-AT" dirty="0"/>
              <a:t> </a:t>
            </a:r>
          </a:p>
        </p:txBody>
      </p:sp>
      <p:sp>
        <p:nvSpPr>
          <p:cNvPr id="74" name="Textplatzhalter 73">
            <a:extLst>
              <a:ext uri="{FF2B5EF4-FFF2-40B4-BE49-F238E27FC236}">
                <a16:creationId xmlns:a16="http://schemas.microsoft.com/office/drawing/2014/main" id="{5EF148E1-77FE-C0CD-9F5A-3771874532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noFill/>
          <a:ln w="63500">
            <a:solidFill>
              <a:schemeClr val="accent1"/>
            </a:solidFill>
          </a:ln>
        </p:spPr>
        <p:txBody>
          <a:bodyPr/>
          <a:lstStyle/>
          <a:p>
            <a:r>
              <a:rPr lang="de-AT" dirty="0"/>
              <a:t>02</a:t>
            </a:r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68869C1F-15E1-8BF9-C9B1-48A35CAF77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>
                <a:latin typeface="+mj-lt"/>
              </a:rPr>
              <a:t>Research </a:t>
            </a:r>
            <a:r>
              <a:rPr lang="de-AT" dirty="0" err="1">
                <a:latin typeface="+mj-lt"/>
              </a:rPr>
              <a:t>objective</a:t>
            </a:r>
            <a:endParaRPr lang="de-AT" dirty="0">
              <a:latin typeface="+mj-lt"/>
            </a:endParaRPr>
          </a:p>
          <a:p>
            <a:pPr lvl="1"/>
            <a:r>
              <a:rPr lang="de-AT" dirty="0" err="1"/>
              <a:t>What</a:t>
            </a:r>
            <a:r>
              <a:rPr lang="de-AT" dirty="0"/>
              <a:t> do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want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capture</a:t>
            </a:r>
            <a:endParaRPr lang="de-AT" dirty="0"/>
          </a:p>
        </p:txBody>
      </p:sp>
      <p:sp>
        <p:nvSpPr>
          <p:cNvPr id="75" name="Textplatzhalter 74">
            <a:extLst>
              <a:ext uri="{FF2B5EF4-FFF2-40B4-BE49-F238E27FC236}">
                <a16:creationId xmlns:a16="http://schemas.microsoft.com/office/drawing/2014/main" id="{D5F08744-A637-5DF3-F2A9-707DD43721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noFill/>
          <a:ln w="63500">
            <a:solidFill>
              <a:schemeClr val="accent1"/>
            </a:solidFill>
          </a:ln>
        </p:spPr>
        <p:txBody>
          <a:bodyPr/>
          <a:lstStyle/>
          <a:p>
            <a:r>
              <a:rPr lang="de-AT" dirty="0"/>
              <a:t>03</a:t>
            </a:r>
          </a:p>
        </p:txBody>
      </p:sp>
      <p:sp>
        <p:nvSpPr>
          <p:cNvPr id="55" name="Textplatzhalter 54">
            <a:extLst>
              <a:ext uri="{FF2B5EF4-FFF2-40B4-BE49-F238E27FC236}">
                <a16:creationId xmlns:a16="http://schemas.microsoft.com/office/drawing/2014/main" id="{F8979E15-FABC-F194-C50A-A946EEBA6AC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 err="1">
                <a:latin typeface="+mj-lt"/>
              </a:rPr>
              <a:t>Theoretival</a:t>
            </a:r>
            <a:r>
              <a:rPr lang="de-AT" dirty="0">
                <a:latin typeface="+mj-lt"/>
              </a:rPr>
              <a:t> Background</a:t>
            </a:r>
          </a:p>
          <a:p>
            <a:pPr lvl="1"/>
            <a:r>
              <a:rPr lang="de-AT" dirty="0" err="1"/>
              <a:t>Literature</a:t>
            </a:r>
            <a:r>
              <a:rPr lang="de-AT" dirty="0"/>
              <a:t> &amp;  Key </a:t>
            </a:r>
            <a:r>
              <a:rPr lang="de-AT" dirty="0" err="1"/>
              <a:t>Concepts</a:t>
            </a:r>
            <a:endParaRPr lang="de-AT" dirty="0"/>
          </a:p>
        </p:txBody>
      </p:sp>
      <p:sp>
        <p:nvSpPr>
          <p:cNvPr id="76" name="Textplatzhalter 75">
            <a:extLst>
              <a:ext uri="{FF2B5EF4-FFF2-40B4-BE49-F238E27FC236}">
                <a16:creationId xmlns:a16="http://schemas.microsoft.com/office/drawing/2014/main" id="{BAD94B0F-595D-8205-3693-44F5B70303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864404" y="1347788"/>
            <a:ext cx="432000" cy="432000"/>
          </a:xfrm>
          <a:noFill/>
          <a:ln w="63500">
            <a:solidFill>
              <a:schemeClr val="accent1"/>
            </a:solidFill>
          </a:ln>
        </p:spPr>
        <p:txBody>
          <a:bodyPr/>
          <a:lstStyle/>
          <a:p>
            <a:r>
              <a:rPr lang="de-AT" dirty="0"/>
              <a:t>04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3AE6D057-BC18-397F-0B2B-C279802F0EA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531902" y="1365769"/>
            <a:ext cx="3484563" cy="792000"/>
          </a:xfrm>
        </p:spPr>
        <p:txBody>
          <a:bodyPr/>
          <a:lstStyle/>
          <a:p>
            <a:pPr marL="0" indent="0">
              <a:buNone/>
            </a:pPr>
            <a:r>
              <a:rPr lang="de-AT" dirty="0" err="1">
                <a:latin typeface="+mj-lt"/>
              </a:rPr>
              <a:t>Methodolgy</a:t>
            </a:r>
            <a:r>
              <a:rPr lang="de-AT" dirty="0">
                <a:latin typeface="+mj-lt"/>
              </a:rPr>
              <a:t> &amp; Variables</a:t>
            </a:r>
          </a:p>
          <a:p>
            <a:pPr lvl="1"/>
            <a:r>
              <a:rPr lang="de-AT" dirty="0"/>
              <a:t>Survey design und Variables</a:t>
            </a:r>
          </a:p>
        </p:txBody>
      </p:sp>
      <p:sp>
        <p:nvSpPr>
          <p:cNvPr id="77" name="Textplatzhalter 76">
            <a:extLst>
              <a:ext uri="{FF2B5EF4-FFF2-40B4-BE49-F238E27FC236}">
                <a16:creationId xmlns:a16="http://schemas.microsoft.com/office/drawing/2014/main" id="{A2D2347E-4967-E942-E46F-3420B52C2F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64404" y="2394159"/>
            <a:ext cx="432000" cy="432000"/>
          </a:xfrm>
          <a:noFill/>
          <a:ln w="63500">
            <a:solidFill>
              <a:schemeClr val="accent1"/>
            </a:solidFill>
          </a:ln>
        </p:spPr>
        <p:txBody>
          <a:bodyPr/>
          <a:lstStyle/>
          <a:p>
            <a:r>
              <a:rPr lang="de-AT" dirty="0"/>
              <a:t>05</a:t>
            </a:r>
          </a:p>
        </p:txBody>
      </p:sp>
      <p:sp>
        <p:nvSpPr>
          <p:cNvPr id="78" name="Textplatzhalter 77">
            <a:extLst>
              <a:ext uri="{FF2B5EF4-FFF2-40B4-BE49-F238E27FC236}">
                <a16:creationId xmlns:a16="http://schemas.microsoft.com/office/drawing/2014/main" id="{8BB29D81-C65D-EF10-6A3C-A45A029892E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531902" y="2354639"/>
            <a:ext cx="3484563" cy="792000"/>
          </a:xfrm>
        </p:spPr>
        <p:txBody>
          <a:bodyPr/>
          <a:lstStyle/>
          <a:p>
            <a:pPr marL="0" indent="0">
              <a:buNone/>
            </a:pPr>
            <a:r>
              <a:rPr lang="de-AT" dirty="0" err="1">
                <a:latin typeface="+mj-lt"/>
              </a:rPr>
              <a:t>Conlusion</a:t>
            </a:r>
            <a:r>
              <a:rPr lang="de-AT" dirty="0">
                <a:latin typeface="+mj-lt"/>
              </a:rPr>
              <a:t> &amp; Outlook</a:t>
            </a:r>
          </a:p>
          <a:p>
            <a:pPr lvl="1"/>
            <a:r>
              <a:rPr lang="de-AT" dirty="0"/>
              <a:t>Next </a:t>
            </a:r>
            <a:r>
              <a:rPr lang="de-AT" dirty="0" err="1"/>
              <a:t>steps</a:t>
            </a:r>
            <a:r>
              <a:rPr lang="de-AT" dirty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C9E755-DABC-F236-83AC-B0759E85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20B1-E281-44C7-BF8D-A66B110CFA78}" type="datetime1">
              <a:rPr lang="de-AT" smtClean="0"/>
              <a:t>13.01.2026</a:t>
            </a:fld>
            <a:endParaRPr lang="de-AT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E14ABD-10C2-AF1F-8C8E-A6F8BA10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75F9E8-44D5-D7AD-F9C1-FCD39B08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0600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DFC2BA-7586-5A89-767F-4430730BD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/>
              <a:t>01</a:t>
            </a:r>
          </a:p>
        </p:txBody>
      </p:sp>
      <p:pic>
        <p:nvPicPr>
          <p:cNvPr id="37" name="Bildplatzhalter 36">
            <a:extLst>
              <a:ext uri="{FF2B5EF4-FFF2-40B4-BE49-F238E27FC236}">
                <a16:creationId xmlns:a16="http://schemas.microsoft.com/office/drawing/2014/main" id="{3DF5E8D8-AE16-1374-46DE-6F60A51844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7651" b="17651"/>
          <a:stretch/>
        </p:blipFill>
        <p:spPr>
          <a:xfrm>
            <a:off x="0" y="1203325"/>
            <a:ext cx="9144000" cy="3940175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31F3D05-1D5D-06C0-583E-76511A98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>
                <a:solidFill>
                  <a:schemeClr val="bg1"/>
                </a:solidFill>
              </a:rPr>
              <a:t>Project Background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D9D75D2-2522-26FD-98D4-1D0B819DC8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AT" dirty="0" err="1">
                <a:solidFill>
                  <a:schemeClr val="bg1"/>
                </a:solidFill>
              </a:rPr>
              <a:t>SetEnergy</a:t>
            </a:r>
            <a:r>
              <a:rPr lang="de-AT" dirty="0">
                <a:solidFill>
                  <a:schemeClr val="bg1"/>
                </a:solidFill>
              </a:rPr>
              <a:t> </a:t>
            </a:r>
          </a:p>
          <a:p>
            <a:r>
              <a:rPr lang="de-AT" dirty="0">
                <a:solidFill>
                  <a:schemeClr val="bg1"/>
                </a:solidFill>
              </a:rPr>
              <a:t>The SEEC Concept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249CFB5-5CA8-26E2-023D-75E801CDD77B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>
                <a:solidFill>
                  <a:schemeClr val="bg1"/>
                </a:solidFill>
              </a:rPr>
              <a:t>Bild: stock.adobe.com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FEB9435-FB0D-4BA1-A3BA-5246F5A234E4}"/>
              </a:ext>
            </a:extLst>
          </p:cNvPr>
          <p:cNvSpPr txBox="1"/>
          <p:nvPr/>
        </p:nvSpPr>
        <p:spPr>
          <a:xfrm>
            <a:off x="0" y="5143500"/>
            <a:ext cx="9144000" cy="174851"/>
          </a:xfrm>
          <a:prstGeom prst="rect">
            <a:avLst/>
          </a:prstGeom>
          <a:noFill/>
        </p:spPr>
        <p:txBody>
          <a:bodyPr wrap="square" lIns="0" tIns="0" rIns="0" bIns="36000" rtlCol="0">
            <a:spAutoFit/>
          </a:bodyPr>
          <a:lstStyle/>
          <a:p>
            <a:r>
              <a:rPr lang="de-AT" sz="900"/>
              <a:t>"</a:t>
            </a:r>
            <a:r>
              <a:rPr lang="de-AT" sz="900">
                <a:hlinkClick r:id="rId3" tooltip="https://www.flickr.com/photos/pink_dispatcher/483756270/"/>
              </a:rPr>
              <a:t>Dieses Foto</a:t>
            </a:r>
            <a:r>
              <a:rPr lang="de-AT" sz="900"/>
              <a:t>" von Unbekannter Autor ist lizenziert gemäß </a:t>
            </a:r>
            <a:r>
              <a:rPr lang="de-AT" sz="900">
                <a:hlinkClick r:id="rId4" tooltip="https://creativecommons.org/licenses/by-sa/3.0/"/>
              </a:rPr>
              <a:t>CC BY-SA</a:t>
            </a:r>
            <a:endParaRPr lang="de-AT" sz="900"/>
          </a:p>
        </p:txBody>
      </p:sp>
    </p:spTree>
    <p:extLst>
      <p:ext uri="{BB962C8B-B14F-4D97-AF65-F5344CB8AC3E}">
        <p14:creationId xmlns:p14="http://schemas.microsoft.com/office/powerpoint/2010/main" val="1110750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8AEEF-4BA0-E8FE-C27D-AC7D0C63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Surplus </a:t>
            </a:r>
            <a:r>
              <a:rPr lang="de-AT" dirty="0" err="1"/>
              <a:t>Electricity</a:t>
            </a:r>
            <a:r>
              <a:rPr lang="de-AT" dirty="0"/>
              <a:t>: </a:t>
            </a:r>
            <a:r>
              <a:rPr lang="de-AT" dirty="0" err="1"/>
              <a:t>What’s</a:t>
            </a:r>
            <a:r>
              <a:rPr lang="de-AT" dirty="0"/>
              <a:t> </a:t>
            </a:r>
            <a:r>
              <a:rPr lang="de-AT" dirty="0" err="1"/>
              <a:t>Missing</a:t>
            </a:r>
            <a:r>
              <a:rPr lang="de-AT" dirty="0"/>
              <a:t>?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5311B37-6C58-128E-044A-878F4ADD73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825" y="1347788"/>
            <a:ext cx="8642350" cy="3024188"/>
          </a:xfrm>
        </p:spPr>
        <p:txBody>
          <a:bodyPr/>
          <a:lstStyle/>
          <a:p>
            <a:pPr marL="0" indent="0">
              <a:buNone/>
            </a:pPr>
            <a:r>
              <a:rPr lang="de-AT" sz="1800" dirty="0">
                <a:latin typeface="+mj-lt"/>
              </a:rPr>
              <a:t>The </a:t>
            </a:r>
            <a:r>
              <a:rPr lang="de-AT" sz="1800" dirty="0" err="1">
                <a:latin typeface="+mj-lt"/>
              </a:rPr>
              <a:t>Context</a:t>
            </a:r>
            <a:endParaRPr lang="de-AT" sz="1800" dirty="0">
              <a:latin typeface="+mj-lt"/>
            </a:endParaRPr>
          </a:p>
          <a:p>
            <a:r>
              <a:rPr lang="en-US" dirty="0"/>
              <a:t>Rapid increase in private </a:t>
            </a:r>
            <a:r>
              <a:rPr lang="en-US" b="1" dirty="0"/>
              <a:t>PV installations</a:t>
            </a:r>
          </a:p>
          <a:p>
            <a:r>
              <a:rPr lang="en-US" dirty="0"/>
              <a:t>More households become </a:t>
            </a:r>
            <a:r>
              <a:rPr lang="en-US" b="1" dirty="0"/>
              <a:t>prosumers</a:t>
            </a:r>
            <a:r>
              <a:rPr lang="en-US" dirty="0"/>
              <a:t>, generating </a:t>
            </a:r>
            <a:r>
              <a:rPr lang="en-US" b="1" dirty="0"/>
              <a:t>surplus electricity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Current situation</a:t>
            </a:r>
          </a:p>
          <a:p>
            <a:r>
              <a:rPr lang="en-US" dirty="0"/>
              <a:t>Surplus is often </a:t>
            </a:r>
            <a:r>
              <a:rPr lang="en-US" b="1" dirty="0"/>
              <a:t>fed into the grid</a:t>
            </a:r>
            <a:r>
              <a:rPr lang="en-US" dirty="0"/>
              <a:t> for a relatively low return</a:t>
            </a:r>
          </a:p>
          <a:p>
            <a:r>
              <a:rPr lang="en-US" b="1" dirty="0"/>
              <a:t>Energy communities</a:t>
            </a:r>
            <a:r>
              <a:rPr lang="en-US" dirty="0"/>
              <a:t> enable local </a:t>
            </a:r>
            <a:r>
              <a:rPr lang="en-US" b="1" dirty="0"/>
              <a:t>sharing or trading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What’s missing</a:t>
            </a:r>
          </a:p>
          <a:p>
            <a:r>
              <a:rPr lang="en-US" dirty="0"/>
              <a:t>A scalable way to turn </a:t>
            </a:r>
            <a:r>
              <a:rPr lang="en-US" b="1" dirty="0"/>
              <a:t>PV surplus</a:t>
            </a:r>
            <a:r>
              <a:rPr lang="en-US" dirty="0"/>
              <a:t> into </a:t>
            </a:r>
            <a:r>
              <a:rPr lang="en-US" b="1" dirty="0"/>
              <a:t>social impact</a:t>
            </a:r>
            <a:r>
              <a:rPr lang="en-US" dirty="0"/>
              <a:t> (e.g., support for vulnerable / energy-poor households)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AT" dirty="0"/>
          </a:p>
          <a:p>
            <a:pPr marL="0" indent="0">
              <a:buNone/>
            </a:pPr>
            <a:endParaRPr lang="de-AT" sz="1400" dirty="0">
              <a:latin typeface="+mj-lt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B87643-992D-FCBE-8E3C-BEF98197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35B1-0F49-490B-9A27-F004830F4BA7}" type="datetime1">
              <a:rPr lang="de-AT" smtClean="0"/>
              <a:t>13.01.2026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AFA8-463E-038C-0610-50675971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F06FBA-3CC7-22FE-EFFC-B3515B9F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5</a:t>
            </a:fld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A432A4-8A14-6D3B-3EE2-E79B48692D3D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/>
              <a:t>Bild: Uni Graz</a:t>
            </a:r>
          </a:p>
        </p:txBody>
      </p:sp>
    </p:spTree>
    <p:extLst>
      <p:ext uri="{BB962C8B-B14F-4D97-AF65-F5344CB8AC3E}">
        <p14:creationId xmlns:p14="http://schemas.microsoft.com/office/powerpoint/2010/main" val="98649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8AEEF-4BA0-E8FE-C27D-AC7D0C63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The SEEC Solution</a:t>
            </a:r>
            <a:endParaRPr lang="de-AT" sz="28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BD4FB32-909E-6963-687A-541065EE1B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5311B37-6C58-128E-044A-878F4ADD73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826" y="1347788"/>
            <a:ext cx="8642350" cy="302418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+mj-lt"/>
                <a:ea typeface="+mj-ea"/>
                <a:cs typeface="+mj-cs"/>
              </a:rPr>
              <a:t>What is a SEEC? </a:t>
            </a:r>
          </a:p>
          <a:p>
            <a:pPr marL="0" indent="0">
              <a:buNone/>
            </a:pPr>
            <a:endParaRPr lang="de-AT" sz="1600" dirty="0">
              <a:latin typeface="+mj-lt"/>
            </a:endParaRPr>
          </a:p>
          <a:p>
            <a:pPr marL="0" indent="0">
              <a:buNone/>
            </a:pPr>
            <a:r>
              <a:rPr lang="de-AT" sz="1600" dirty="0">
                <a:latin typeface="+mj-lt"/>
              </a:rPr>
              <a:t>SEEC = </a:t>
            </a:r>
            <a:r>
              <a:rPr lang="de-AT" sz="1600" dirty="0" err="1"/>
              <a:t>socio-ecological</a:t>
            </a:r>
            <a:r>
              <a:rPr lang="de-AT" sz="1600" dirty="0"/>
              <a:t> </a:t>
            </a:r>
            <a:r>
              <a:rPr lang="de-AT" sz="1600" dirty="0" err="1"/>
              <a:t>energy</a:t>
            </a:r>
            <a:r>
              <a:rPr lang="de-AT" sz="1600" dirty="0"/>
              <a:t> </a:t>
            </a:r>
            <a:r>
              <a:rPr lang="de-AT" sz="1600" dirty="0" err="1"/>
              <a:t>community</a:t>
            </a:r>
            <a:endParaRPr lang="de-AT" sz="1600" dirty="0"/>
          </a:p>
          <a:p>
            <a:pPr marL="0" indent="0">
              <a:buNone/>
            </a:pPr>
            <a:endParaRPr lang="de-AT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/>
              <a:t>A </a:t>
            </a:r>
            <a:r>
              <a:rPr lang="en-US" sz="1600" b="1" dirty="0"/>
              <a:t>local energy community</a:t>
            </a:r>
            <a:r>
              <a:rPr lang="en-US" sz="1600" dirty="0"/>
              <a:t> where people and </a:t>
            </a:r>
            <a:r>
              <a:rPr lang="en-US" sz="1600" dirty="0" err="1"/>
              <a:t>organisations</a:t>
            </a:r>
            <a:r>
              <a:rPr lang="en-US" sz="1600" dirty="0"/>
              <a:t> </a:t>
            </a:r>
            <a:r>
              <a:rPr lang="en-US" sz="1600" b="1" dirty="0"/>
              <a:t>produce, use, and share renewable electricity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“Socio-ecological” means it has </a:t>
            </a:r>
            <a:r>
              <a:rPr lang="en-US" sz="1600" b="1" dirty="0"/>
              <a:t>social goals</a:t>
            </a:r>
            <a:r>
              <a:rPr lang="en-US" sz="1600" dirty="0"/>
              <a:t> (e.g., fair access / support for vulnerable households) and </a:t>
            </a:r>
            <a:r>
              <a:rPr lang="en-US" sz="1600" b="1" dirty="0"/>
              <a:t>environmental goals</a:t>
            </a:r>
            <a:r>
              <a:rPr lang="en-US" sz="1600" dirty="0"/>
              <a:t> (more renewables, lower CO₂).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It helps use </a:t>
            </a:r>
            <a:r>
              <a:rPr lang="en-US" sz="1600" b="1" dirty="0"/>
              <a:t>PV surplus locally</a:t>
            </a:r>
            <a:r>
              <a:rPr lang="en-US" sz="1600" dirty="0"/>
              <a:t> (sharing, trading, or donating).</a:t>
            </a:r>
            <a:endParaRPr lang="de-AT" sz="16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B87643-992D-FCBE-8E3C-BEF98197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35B1-0F49-490B-9A27-F004830F4BA7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AFA8-463E-038C-0610-50675971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F06FBA-3CC7-22FE-EFFC-B3515B9F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6</a:t>
            </a:fld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A432A4-8A14-6D3B-3EE2-E79B48692D3D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/>
              <a:t>Bild: Uni Graz</a:t>
            </a:r>
          </a:p>
        </p:txBody>
      </p:sp>
    </p:spTree>
    <p:extLst>
      <p:ext uri="{BB962C8B-B14F-4D97-AF65-F5344CB8AC3E}">
        <p14:creationId xmlns:p14="http://schemas.microsoft.com/office/powerpoint/2010/main" val="309485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8AEEF-4BA0-E8FE-C27D-AC7D0C63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Robin </a:t>
            </a:r>
            <a:r>
              <a:rPr lang="en-US" sz="2800" dirty="0" err="1"/>
              <a:t>Powerhood</a:t>
            </a:r>
            <a:endParaRPr lang="de-AT" sz="28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BD4FB32-909E-6963-687A-541065EE1B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B87643-992D-FCBE-8E3C-BEF98197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35B1-0F49-490B-9A27-F004830F4BA7}" type="datetime1">
              <a:rPr lang="de-AT" smtClean="0"/>
              <a:t>13.01.2026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AFA8-463E-038C-0610-50675971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F06FBA-3CC7-22FE-EFFC-B3515B9F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7</a:t>
            </a:fld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A432A4-8A14-6D3B-3EE2-E79B48692D3D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/>
              <a:t>Bild: Uni Graz</a:t>
            </a:r>
          </a:p>
        </p:txBody>
      </p:sp>
      <p:pic>
        <p:nvPicPr>
          <p:cNvPr id="12" name="Bildplatzhalter 13">
            <a:extLst>
              <a:ext uri="{FF2B5EF4-FFF2-40B4-BE49-F238E27FC236}">
                <a16:creationId xmlns:a16="http://schemas.microsoft.com/office/drawing/2014/main" id="{E010DA9A-A360-4727-8500-38AA4544C5F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1559" r="21559"/>
          <a:stretch/>
        </p:blipFill>
        <p:spPr>
          <a:xfrm>
            <a:off x="243953" y="991413"/>
            <a:ext cx="2413001" cy="3024187"/>
          </a:xfrm>
        </p:spPr>
      </p:pic>
      <p:sp>
        <p:nvSpPr>
          <p:cNvPr id="16" name="Rectangle 4">
            <a:extLst>
              <a:ext uri="{FF2B5EF4-FFF2-40B4-BE49-F238E27FC236}">
                <a16:creationId xmlns:a16="http://schemas.microsoft.com/office/drawing/2014/main" id="{B89D940E-905B-4647-8BCC-2C8E49C92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24CD71C3-8420-4820-BA14-FF66590AFB37}"/>
              </a:ext>
            </a:extLst>
          </p:cNvPr>
          <p:cNvSpPr txBox="1">
            <a:spLocks noGrp="1"/>
          </p:cNvSpPr>
          <p:nvPr>
            <p:ph type="body" sz="quarter" idx="15"/>
          </p:nvPr>
        </p:nvSpPr>
        <p:spPr>
          <a:xfrm>
            <a:off x="2843213" y="1347788"/>
            <a:ext cx="6049962" cy="3024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sz="1600" dirty="0" err="1">
                <a:latin typeface="+mj-lt"/>
              </a:rPr>
              <a:t>RobinPowerhood</a:t>
            </a:r>
            <a:r>
              <a:rPr lang="en-US" sz="1600" dirty="0">
                <a:latin typeface="+mj-lt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b="1" dirty="0"/>
              <a:t>(real example in Austria)</a:t>
            </a:r>
          </a:p>
          <a:p>
            <a:pPr marL="0" indent="0">
              <a:spcAft>
                <a:spcPts val="0"/>
              </a:spcAft>
              <a:buNone/>
            </a:pPr>
            <a:endParaRPr lang="en-US" sz="1000" dirty="0"/>
          </a:p>
          <a:p>
            <a:r>
              <a:rPr lang="en-US" sz="1600" dirty="0"/>
              <a:t>An Austria-wide energy community where PV surplus from households and companies can be donated.</a:t>
            </a:r>
          </a:p>
          <a:p>
            <a:r>
              <a:rPr lang="en-US" sz="1600" dirty="0"/>
              <a:t>The donation supports </a:t>
            </a:r>
            <a:r>
              <a:rPr lang="en-US" sz="1600" b="1" dirty="0"/>
              <a:t>households affected by energy poverty</a:t>
            </a:r>
            <a:r>
              <a:rPr lang="en-US" sz="1600" dirty="0"/>
              <a:t> (often via partner charities).</a:t>
            </a:r>
          </a:p>
          <a:p>
            <a:r>
              <a:rPr lang="en-US" sz="1600" dirty="0"/>
              <a:t>Result: </a:t>
            </a:r>
            <a:r>
              <a:rPr lang="en-US" sz="1600" b="1" dirty="0"/>
              <a:t>PV surplus creates social impact</a:t>
            </a:r>
            <a:r>
              <a:rPr lang="en-US" sz="1600" dirty="0"/>
              <a:t> (lower bills) and supports the energy transition.</a:t>
            </a:r>
          </a:p>
          <a:p>
            <a:r>
              <a:rPr lang="en-US" sz="1600" b="1" dirty="0"/>
              <a:t>Simple flow:</a:t>
            </a:r>
            <a:r>
              <a:rPr lang="en-US" sz="1600" dirty="0"/>
              <a:t> PV surplus → </a:t>
            </a:r>
            <a:r>
              <a:rPr lang="en-US" sz="1600" b="1" dirty="0"/>
              <a:t>donate via Robin </a:t>
            </a:r>
            <a:r>
              <a:rPr lang="en-US" sz="1600" b="1" dirty="0" err="1"/>
              <a:t>Powerhood</a:t>
            </a:r>
            <a:r>
              <a:rPr lang="en-US" sz="1600" dirty="0"/>
              <a:t> → support households in need.</a:t>
            </a:r>
          </a:p>
          <a:p>
            <a:pPr marL="0" indent="0">
              <a:spcAft>
                <a:spcPts val="0"/>
              </a:spcAft>
              <a:buNone/>
            </a:pPr>
            <a:endParaRPr lang="de-AT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85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Bildplatzhalter 4">
            <a:extLst>
              <a:ext uri="{FF2B5EF4-FFF2-40B4-BE49-F238E27FC236}">
                <a16:creationId xmlns:a16="http://schemas.microsoft.com/office/drawing/2014/main" id="{4337C544-7737-045E-83A2-B2A746582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6" b="66"/>
          <a:stretch/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858982-1784-5854-ECFE-21A448246E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5DCDBA6-13F3-86F7-CDB4-F0D8290BD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Energy </a:t>
            </a:r>
            <a:r>
              <a:rPr lang="de-AT" dirty="0" err="1"/>
              <a:t>Poverty</a:t>
            </a:r>
            <a:r>
              <a:rPr lang="de-AT" dirty="0"/>
              <a:t> — Key Facts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95897F-923F-F9E0-3C5B-DD5A2BDA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C85-D9DC-45A6-878D-4ADF3CED9817}" type="datetime1">
              <a:rPr lang="de-AT" smtClean="0"/>
              <a:t>13.01.2026</a:t>
            </a:fld>
            <a:endParaRPr lang="de-AT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06DFFF-10EE-89BA-83FE-CF526C69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84880" y="4752673"/>
            <a:ext cx="5787480" cy="144462"/>
          </a:xfrm>
        </p:spPr>
        <p:txBody>
          <a:bodyPr/>
          <a:lstStyle/>
          <a:p>
            <a:r>
              <a:rPr lang="fr-FR" b="1" dirty="0"/>
              <a:t>Sources:</a:t>
            </a:r>
            <a:r>
              <a:rPr lang="fr-FR" dirty="0"/>
              <a:t> </a:t>
            </a:r>
            <a:r>
              <a:rPr lang="fr-FR" dirty="0" err="1"/>
              <a:t>Statistik</a:t>
            </a:r>
            <a:r>
              <a:rPr lang="fr-FR" dirty="0"/>
              <a:t> </a:t>
            </a:r>
            <a:r>
              <a:rPr lang="fr-FR" dirty="0" err="1"/>
              <a:t>Austria</a:t>
            </a:r>
            <a:r>
              <a:rPr lang="fr-FR" dirty="0"/>
              <a:t> (2024); Eurostat (2025); </a:t>
            </a:r>
            <a:r>
              <a:rPr lang="fr-FR" dirty="0" err="1"/>
              <a:t>European</a:t>
            </a:r>
            <a:r>
              <a:rPr lang="fr-FR" dirty="0"/>
              <a:t> Commission JRC (2025).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1D6E82-3FB0-F3BD-2FCC-16AA67FF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t>8</a:t>
            </a:fld>
            <a:endParaRPr lang="de-AT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D2C28005-CC55-B4A4-98E2-14745BA5703E}"/>
              </a:ext>
            </a:extLst>
          </p:cNvPr>
          <p:cNvSpPr txBox="1">
            <a:spLocks/>
          </p:cNvSpPr>
          <p:nvPr/>
        </p:nvSpPr>
        <p:spPr>
          <a:xfrm>
            <a:off x="250824" y="1610590"/>
            <a:ext cx="3006726" cy="16679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de-AT" dirty="0"/>
              <a:t>Austria</a:t>
            </a:r>
            <a:endParaRPr lang="de-AT" dirty="0">
              <a:latin typeface="+mj-lt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de-AT" sz="2800" dirty="0">
                <a:latin typeface="+mj-lt"/>
              </a:rPr>
              <a:t> 129.500 </a:t>
            </a:r>
            <a:r>
              <a:rPr lang="de-AT" dirty="0" err="1">
                <a:latin typeface="+mj-lt"/>
              </a:rPr>
              <a:t>households</a:t>
            </a:r>
            <a:endParaRPr lang="de-AT" dirty="0">
              <a:latin typeface="+mj-lt"/>
            </a:endParaRPr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10451118-6F1D-AF6E-72BE-7CF449749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841433" y="1765465"/>
            <a:ext cx="2214494" cy="0"/>
          </a:xfrm>
          <a:prstGeom prst="line">
            <a:avLst/>
          </a:prstGeom>
          <a:ln w="127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7">
            <a:extLst>
              <a:ext uri="{FF2B5EF4-FFF2-40B4-BE49-F238E27FC236}">
                <a16:creationId xmlns:a16="http://schemas.microsoft.com/office/drawing/2014/main" id="{47F621A6-2DB2-5A98-74A0-BB62B289F8EE}"/>
              </a:ext>
            </a:extLst>
          </p:cNvPr>
          <p:cNvSpPr txBox="1">
            <a:spLocks/>
          </p:cNvSpPr>
          <p:nvPr/>
        </p:nvSpPr>
        <p:spPr>
          <a:xfrm>
            <a:off x="2364741" y="1188242"/>
            <a:ext cx="1691186" cy="569187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AT" sz="2400" dirty="0">
                <a:latin typeface="+mj-lt"/>
              </a:rPr>
              <a:t>3.2%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B3689136-A70D-3AD3-8304-4AC7F5912E09}"/>
              </a:ext>
            </a:extLst>
          </p:cNvPr>
          <p:cNvSpPr txBox="1">
            <a:spLocks/>
          </p:cNvSpPr>
          <p:nvPr/>
        </p:nvSpPr>
        <p:spPr>
          <a:xfrm>
            <a:off x="4171950" y="1198615"/>
            <a:ext cx="4721226" cy="11160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de-AT" sz="1600" dirty="0" err="1">
                <a:latin typeface="+mj-lt"/>
              </a:rPr>
              <a:t>Heating</a:t>
            </a:r>
            <a:r>
              <a:rPr lang="de-AT" sz="1600" dirty="0">
                <a:latin typeface="+mj-lt"/>
              </a:rPr>
              <a:t> not </a:t>
            </a:r>
            <a:r>
              <a:rPr lang="de-AT" sz="1600" dirty="0" err="1">
                <a:latin typeface="+mj-lt"/>
              </a:rPr>
              <a:t>affordable</a:t>
            </a:r>
            <a:endParaRPr lang="de-AT" sz="1600" dirty="0">
              <a:latin typeface="+mj-lt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In 2022, </a:t>
            </a:r>
            <a:r>
              <a:rPr lang="en-US" sz="1400" b="1" dirty="0"/>
              <a:t>3.2% of Austrian households</a:t>
            </a:r>
            <a:r>
              <a:rPr lang="en-US" sz="1400" dirty="0"/>
              <a:t> reported they could not keep their home adequately warm </a:t>
            </a:r>
            <a:r>
              <a:rPr lang="en-US" sz="1200" dirty="0"/>
              <a:t>(≈ </a:t>
            </a:r>
            <a:r>
              <a:rPr lang="en-US" sz="1200" b="1" dirty="0"/>
              <a:t>129,500 households</a:t>
            </a:r>
            <a:r>
              <a:rPr lang="en-US" sz="1200" dirty="0"/>
              <a:t>)</a:t>
            </a:r>
            <a:endParaRPr lang="de-AT" sz="1200" dirty="0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9C8C8617-2C99-EA94-E695-8DB4672A1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03048" y="3032912"/>
            <a:ext cx="2214494" cy="0"/>
          </a:xfrm>
          <a:prstGeom prst="line">
            <a:avLst/>
          </a:prstGeom>
          <a:ln w="127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300560D2-D0CF-E3A8-F185-1C1F511FF2C7}"/>
              </a:ext>
            </a:extLst>
          </p:cNvPr>
          <p:cNvSpPr txBox="1">
            <a:spLocks/>
          </p:cNvSpPr>
          <p:nvPr/>
        </p:nvSpPr>
        <p:spPr>
          <a:xfrm>
            <a:off x="3326356" y="2455689"/>
            <a:ext cx="1691186" cy="569187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AT" sz="2400" dirty="0">
                <a:latin typeface="+mj-lt"/>
              </a:rPr>
              <a:t>16.5%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DCF7FF5-FDDB-4F4F-19C2-8FDF32E795D5}"/>
              </a:ext>
            </a:extLst>
          </p:cNvPr>
          <p:cNvSpPr txBox="1">
            <a:spLocks/>
          </p:cNvSpPr>
          <p:nvPr/>
        </p:nvSpPr>
        <p:spPr>
          <a:xfrm>
            <a:off x="5144434" y="2466842"/>
            <a:ext cx="3822595" cy="11767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de-AT" sz="1600" dirty="0">
                <a:latin typeface="+mj-lt"/>
              </a:rPr>
              <a:t>High </a:t>
            </a:r>
            <a:r>
              <a:rPr lang="de-AT" sz="1600" dirty="0" err="1">
                <a:latin typeface="+mj-lt"/>
              </a:rPr>
              <a:t>energy</a:t>
            </a:r>
            <a:r>
              <a:rPr lang="de-AT" sz="1600" dirty="0">
                <a:latin typeface="+mj-lt"/>
              </a:rPr>
              <a:t> </a:t>
            </a:r>
            <a:r>
              <a:rPr lang="de-AT" sz="1600" dirty="0" err="1">
                <a:latin typeface="+mj-lt"/>
              </a:rPr>
              <a:t>burden</a:t>
            </a:r>
            <a:endParaRPr lang="de-AT" sz="1600" dirty="0">
              <a:latin typeface="+mj-lt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In 2022, </a:t>
            </a:r>
            <a:r>
              <a:rPr lang="en-US" sz="1400" b="1" dirty="0"/>
              <a:t>16.5% of households</a:t>
            </a:r>
            <a:r>
              <a:rPr lang="en-US" sz="1400" dirty="0"/>
              <a:t> spent </a:t>
            </a:r>
            <a:r>
              <a:rPr lang="en-US" sz="1400" b="1" dirty="0"/>
              <a:t>more than 10%</a:t>
            </a:r>
            <a:r>
              <a:rPr lang="en-US" sz="1400" dirty="0"/>
              <a:t> of household income on energy costs.</a:t>
            </a:r>
            <a:br>
              <a:rPr lang="en-US" sz="1400" dirty="0"/>
            </a:br>
            <a:r>
              <a:rPr lang="en-US" sz="1400" dirty="0"/>
              <a:t>Low income + above-average energy costs affected </a:t>
            </a:r>
            <a:r>
              <a:rPr lang="en-US" sz="1400" b="1" dirty="0"/>
              <a:t>3.3%</a:t>
            </a:r>
            <a:r>
              <a:rPr lang="en-US" sz="1400" dirty="0"/>
              <a:t> </a:t>
            </a:r>
            <a:r>
              <a:rPr lang="en-US" sz="1200" dirty="0"/>
              <a:t>(≈ </a:t>
            </a:r>
            <a:r>
              <a:rPr lang="en-US" sz="1200" b="1" dirty="0"/>
              <a:t>134,100 households</a:t>
            </a:r>
            <a:r>
              <a:rPr lang="en-US" sz="1200" dirty="0"/>
              <a:t>).</a:t>
            </a:r>
            <a:endParaRPr lang="de-AT" sz="1200" dirty="0"/>
          </a:p>
        </p:txBody>
      </p: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8659D497-EEB1-2036-498A-E39D196A4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03048" y="4368028"/>
            <a:ext cx="2214494" cy="0"/>
          </a:xfrm>
          <a:prstGeom prst="line">
            <a:avLst/>
          </a:prstGeom>
          <a:ln w="127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C1272392-5F45-E9FA-FBAC-70C98E58BF01}"/>
              </a:ext>
            </a:extLst>
          </p:cNvPr>
          <p:cNvSpPr txBox="1">
            <a:spLocks/>
          </p:cNvSpPr>
          <p:nvPr/>
        </p:nvSpPr>
        <p:spPr>
          <a:xfrm>
            <a:off x="3326356" y="3790805"/>
            <a:ext cx="1691186" cy="569187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AT" sz="2400" dirty="0">
                <a:latin typeface="+mj-lt"/>
              </a:rPr>
              <a:t>10.6%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201ADD25-9750-1198-75B5-F9A69461AEDE}"/>
              </a:ext>
            </a:extLst>
          </p:cNvPr>
          <p:cNvSpPr txBox="1">
            <a:spLocks/>
          </p:cNvSpPr>
          <p:nvPr/>
        </p:nvSpPr>
        <p:spPr>
          <a:xfrm>
            <a:off x="5144434" y="3795773"/>
            <a:ext cx="3748741" cy="6689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de-AT" sz="1600" dirty="0">
                <a:latin typeface="+mj-lt"/>
              </a:rPr>
              <a:t>EU </a:t>
            </a:r>
            <a:r>
              <a:rPr lang="de-AT" sz="1600" dirty="0" err="1">
                <a:latin typeface="+mj-lt"/>
              </a:rPr>
              <a:t>comparison</a:t>
            </a:r>
            <a:r>
              <a:rPr lang="de-AT" sz="1600" dirty="0">
                <a:latin typeface="+mj-lt"/>
              </a:rPr>
              <a:t> (2023)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EU (2023): 10.6% (~48 million) couldn’t keep homes adequately warm; Austria: 3.9%.</a:t>
            </a:r>
            <a:endParaRPr lang="de-AT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9C3B470-24EE-158A-110D-76E95F443498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/>
              <a:t>Bild: Uni Graz / </a:t>
            </a:r>
            <a:r>
              <a:rPr lang="en-US" sz="5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Maria </a:t>
            </a:r>
            <a:r>
              <a:rPr lang="en-US" sz="5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Kanizaj</a:t>
            </a:r>
            <a:endParaRPr lang="de-AT" sz="500" dirty="0"/>
          </a:p>
        </p:txBody>
      </p:sp>
    </p:spTree>
    <p:extLst>
      <p:ext uri="{BB962C8B-B14F-4D97-AF65-F5344CB8AC3E}">
        <p14:creationId xmlns:p14="http://schemas.microsoft.com/office/powerpoint/2010/main" val="316665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2" grpId="0"/>
      <p:bldP spid="16" grpId="0" animBg="1"/>
      <p:bldP spid="15" grpId="0"/>
      <p:bldP spid="33" grpId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8AEEF-4BA0-E8FE-C27D-AC7D0C63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z="3200" dirty="0" err="1"/>
              <a:t>Literature</a:t>
            </a:r>
            <a:r>
              <a:rPr lang="de-AT" sz="3200" dirty="0"/>
              <a:t>: </a:t>
            </a:r>
            <a:r>
              <a:rPr lang="de-AT" sz="3200" dirty="0" err="1"/>
              <a:t>Why</a:t>
            </a:r>
            <a:r>
              <a:rPr lang="de-AT" sz="3200" dirty="0"/>
              <a:t> People </a:t>
            </a:r>
            <a:r>
              <a:rPr lang="de-AT" sz="3200" dirty="0" err="1"/>
              <a:t>Donate</a:t>
            </a:r>
            <a:endParaRPr lang="de-AT" sz="32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BD4FB32-909E-6963-687A-541065EE1B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B87643-992D-FCBE-8E3C-BEF98197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AFA8-463E-038C-0610-50675971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F06FBA-3CC7-22FE-EFFC-B3515B9F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9</a:t>
            </a:fld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A432A4-8A14-6D3B-3EE2-E79B48692D3D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/>
              <a:t>Bild: Uni Graz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89D940E-905B-4647-8BCC-2C8E49C92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24CD71C3-8420-4820-BA14-FF66590AFB37}"/>
              </a:ext>
            </a:extLst>
          </p:cNvPr>
          <p:cNvSpPr txBox="1">
            <a:spLocks noGrp="1"/>
          </p:cNvSpPr>
          <p:nvPr>
            <p:ph type="body" sz="quarter" idx="15"/>
          </p:nvPr>
        </p:nvSpPr>
        <p:spPr>
          <a:xfrm>
            <a:off x="419101" y="1347788"/>
            <a:ext cx="4337050" cy="3024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sz="1600" dirty="0"/>
              <a:t>• Donation </a:t>
            </a:r>
            <a:r>
              <a:rPr lang="en-US" sz="1600" dirty="0" err="1"/>
              <a:t>behaviour</a:t>
            </a:r>
            <a:r>
              <a:rPr lang="en-US" sz="1600" dirty="0"/>
              <a:t> can be explained by </a:t>
            </a:r>
            <a:r>
              <a:rPr lang="en-US" sz="1600" b="1" dirty="0"/>
              <a:t>8 key mechanisms</a:t>
            </a:r>
            <a:r>
              <a:rPr lang="en-US" sz="1600" dirty="0"/>
              <a:t> (</a:t>
            </a:r>
            <a:r>
              <a:rPr lang="en-US" sz="1600" dirty="0" err="1"/>
              <a:t>Bekkers</a:t>
            </a:r>
            <a:r>
              <a:rPr lang="en-US" sz="1600" dirty="0"/>
              <a:t> &amp; </a:t>
            </a:r>
            <a:r>
              <a:rPr lang="en-US" sz="1600" dirty="0" err="1"/>
              <a:t>Wiepking</a:t>
            </a:r>
            <a:r>
              <a:rPr lang="en-US" sz="1600" dirty="0"/>
              <a:t>, 2011)</a:t>
            </a:r>
          </a:p>
          <a:p>
            <a:pPr marL="0" indent="0">
              <a:spcAft>
                <a:spcPts val="0"/>
              </a:spcAft>
              <a:buNone/>
            </a:pPr>
            <a:br>
              <a:rPr lang="en-US" sz="1600" dirty="0"/>
            </a:br>
            <a:r>
              <a:rPr lang="en-US" sz="1600" dirty="0"/>
              <a:t>• These mechanisms help structure </a:t>
            </a:r>
            <a:r>
              <a:rPr lang="en-US" sz="1600" b="1" dirty="0"/>
              <a:t>which predictors</a:t>
            </a:r>
            <a:r>
              <a:rPr lang="en-US" sz="1600" dirty="0"/>
              <a:t> we measure and </a:t>
            </a:r>
            <a:r>
              <a:rPr lang="en-US" sz="1600" b="1" dirty="0"/>
              <a:t>why</a:t>
            </a:r>
          </a:p>
          <a:p>
            <a:pPr marL="0" indent="0">
              <a:spcAft>
                <a:spcPts val="0"/>
              </a:spcAft>
              <a:buNone/>
            </a:pPr>
            <a:br>
              <a:rPr lang="en-US" sz="1600" dirty="0"/>
            </a:br>
            <a:r>
              <a:rPr lang="en-US" sz="1600" dirty="0"/>
              <a:t>• We transfer this logic to </a:t>
            </a:r>
            <a:r>
              <a:rPr lang="en-US" sz="1600" b="1" dirty="0"/>
              <a:t>donating/sharing PV surplus electricity</a:t>
            </a:r>
            <a:r>
              <a:rPr lang="en-US" sz="1600" dirty="0"/>
              <a:t> (social + energy context)</a:t>
            </a:r>
            <a:endParaRPr lang="de-AT" sz="1600" dirty="0">
              <a:latin typeface="+mj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99A10CD-894F-4F54-8B7B-5ED1F2EA1CB5}"/>
              </a:ext>
            </a:extLst>
          </p:cNvPr>
          <p:cNvSpPr txBox="1"/>
          <p:nvPr/>
        </p:nvSpPr>
        <p:spPr>
          <a:xfrm>
            <a:off x="4979989" y="1036306"/>
            <a:ext cx="37211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050" dirty="0"/>
              <a:t>┌───────────────────────────────────────────────┐</a:t>
            </a:r>
          </a:p>
          <a:p>
            <a:r>
              <a:rPr lang="de-AT" sz="1050" dirty="0"/>
              <a:t>│ </a:t>
            </a:r>
            <a:r>
              <a:rPr lang="de-AT" sz="1050" dirty="0" err="1"/>
              <a:t>Literature</a:t>
            </a:r>
            <a:r>
              <a:rPr lang="de-AT" sz="1050" dirty="0"/>
              <a:t> (Bekkers &amp; </a:t>
            </a:r>
            <a:r>
              <a:rPr lang="de-AT" sz="1050" dirty="0" err="1"/>
              <a:t>Wiepking</a:t>
            </a:r>
            <a:r>
              <a:rPr lang="de-AT" sz="1050" dirty="0"/>
              <a:t>, 2011)         │</a:t>
            </a:r>
          </a:p>
          <a:p>
            <a:r>
              <a:rPr lang="de-AT" sz="1050" dirty="0"/>
              <a:t>│ 8 </a:t>
            </a:r>
            <a:r>
              <a:rPr lang="de-AT" sz="1050" dirty="0" err="1"/>
              <a:t>mechanisms</a:t>
            </a:r>
            <a:r>
              <a:rPr lang="de-AT" sz="1050" dirty="0"/>
              <a:t> </a:t>
            </a:r>
            <a:r>
              <a:rPr lang="de-AT" sz="1050" dirty="0" err="1"/>
              <a:t>of</a:t>
            </a:r>
            <a:r>
              <a:rPr lang="de-AT" sz="1050" dirty="0"/>
              <a:t> </a:t>
            </a:r>
            <a:r>
              <a:rPr lang="de-AT" sz="1050" dirty="0" err="1"/>
              <a:t>giving</a:t>
            </a:r>
            <a:r>
              <a:rPr lang="de-AT" sz="1050" dirty="0"/>
              <a:t>                        │</a:t>
            </a:r>
          </a:p>
          <a:p>
            <a:r>
              <a:rPr lang="de-AT" sz="1050" dirty="0"/>
              <a:t>└───────────────────────────────────────────────┘</a:t>
            </a:r>
          </a:p>
          <a:p>
            <a:r>
              <a:rPr lang="de-AT" sz="1050" dirty="0"/>
              <a:t>                    │</a:t>
            </a:r>
          </a:p>
          <a:p>
            <a:r>
              <a:rPr lang="de-AT" sz="1050" dirty="0"/>
              <a:t>                    ▼</a:t>
            </a:r>
          </a:p>
          <a:p>
            <a:r>
              <a:rPr lang="de-AT" sz="1050" dirty="0"/>
              <a:t>┌───────────────────────────────────────────────┐</a:t>
            </a:r>
          </a:p>
          <a:p>
            <a:r>
              <a:rPr lang="de-AT" sz="1050" dirty="0"/>
              <a:t>│ </a:t>
            </a:r>
            <a:r>
              <a:rPr lang="de-AT" sz="1050" dirty="0" err="1"/>
              <a:t>Our</a:t>
            </a:r>
            <a:r>
              <a:rPr lang="de-AT" sz="1050" dirty="0"/>
              <a:t> </a:t>
            </a:r>
            <a:r>
              <a:rPr lang="de-AT" sz="1050" dirty="0" err="1"/>
              <a:t>survey</a:t>
            </a:r>
            <a:r>
              <a:rPr lang="de-AT" sz="1050" dirty="0"/>
              <a:t> </a:t>
            </a:r>
            <a:r>
              <a:rPr lang="de-AT" sz="1050" dirty="0" err="1"/>
              <a:t>predictors</a:t>
            </a:r>
            <a:r>
              <a:rPr lang="de-AT" sz="1050" dirty="0"/>
              <a:t>                          │</a:t>
            </a:r>
          </a:p>
          <a:p>
            <a:r>
              <a:rPr lang="de-AT" sz="1050" dirty="0"/>
              <a:t>│ </a:t>
            </a:r>
            <a:r>
              <a:rPr lang="de-AT" sz="1050" dirty="0" err="1"/>
              <a:t>We</a:t>
            </a:r>
            <a:r>
              <a:rPr lang="de-AT" sz="1050" dirty="0"/>
              <a:t> </a:t>
            </a:r>
            <a:r>
              <a:rPr lang="de-AT" sz="1050" dirty="0" err="1"/>
              <a:t>measure</a:t>
            </a:r>
            <a:r>
              <a:rPr lang="de-AT" sz="1050" dirty="0"/>
              <a:t> variables </a:t>
            </a:r>
            <a:r>
              <a:rPr lang="de-AT" sz="1050" dirty="0" err="1"/>
              <a:t>linked</a:t>
            </a:r>
            <a:r>
              <a:rPr lang="de-AT" sz="1050" dirty="0"/>
              <a:t> </a:t>
            </a:r>
            <a:r>
              <a:rPr lang="de-AT" sz="1050" dirty="0" err="1"/>
              <a:t>to</a:t>
            </a:r>
            <a:r>
              <a:rPr lang="de-AT" sz="1050" dirty="0"/>
              <a:t> </a:t>
            </a:r>
            <a:r>
              <a:rPr lang="de-AT" sz="1050" dirty="0" err="1"/>
              <a:t>these</a:t>
            </a:r>
            <a:r>
              <a:rPr lang="de-AT" sz="1050" dirty="0"/>
              <a:t> </a:t>
            </a:r>
            <a:r>
              <a:rPr lang="de-AT" sz="1050" dirty="0" err="1"/>
              <a:t>mechanisms</a:t>
            </a:r>
            <a:r>
              <a:rPr lang="de-AT" sz="1050" dirty="0"/>
              <a:t> │</a:t>
            </a:r>
          </a:p>
          <a:p>
            <a:r>
              <a:rPr lang="de-AT" sz="1050" dirty="0"/>
              <a:t>└───────────────────────────────────────────────┘</a:t>
            </a:r>
          </a:p>
          <a:p>
            <a:r>
              <a:rPr lang="de-AT" sz="1050" dirty="0"/>
              <a:t>                    │</a:t>
            </a:r>
          </a:p>
          <a:p>
            <a:r>
              <a:rPr lang="de-AT" sz="1050" dirty="0"/>
              <a:t>                    ▼</a:t>
            </a:r>
          </a:p>
          <a:p>
            <a:r>
              <a:rPr lang="de-AT" sz="1050" dirty="0"/>
              <a:t>┌───────────────────────────────────────────────┐</a:t>
            </a:r>
          </a:p>
          <a:p>
            <a:r>
              <a:rPr lang="de-AT" sz="1050" dirty="0"/>
              <a:t>│ </a:t>
            </a:r>
            <a:r>
              <a:rPr lang="de-AT" sz="1050" dirty="0" err="1"/>
              <a:t>Application</a:t>
            </a:r>
            <a:r>
              <a:rPr lang="de-AT" sz="1050" dirty="0"/>
              <a:t> </a:t>
            </a:r>
            <a:r>
              <a:rPr lang="de-AT" sz="1050" dirty="0" err="1"/>
              <a:t>to</a:t>
            </a:r>
            <a:r>
              <a:rPr lang="de-AT" sz="1050" dirty="0"/>
              <a:t> SEEC / PV </a:t>
            </a:r>
            <a:r>
              <a:rPr lang="de-AT" sz="1050" dirty="0" err="1"/>
              <a:t>surplus</a:t>
            </a:r>
            <a:r>
              <a:rPr lang="de-AT" sz="1050" dirty="0"/>
              <a:t>               │</a:t>
            </a:r>
          </a:p>
          <a:p>
            <a:r>
              <a:rPr lang="de-AT" sz="1050" dirty="0"/>
              <a:t>│ </a:t>
            </a:r>
            <a:r>
              <a:rPr lang="de-AT" sz="1050" dirty="0" err="1"/>
              <a:t>Predict</a:t>
            </a:r>
            <a:r>
              <a:rPr lang="de-AT" sz="1050" dirty="0"/>
              <a:t> </a:t>
            </a:r>
            <a:r>
              <a:rPr lang="de-AT" sz="1050" dirty="0" err="1"/>
              <a:t>donation</a:t>
            </a:r>
            <a:r>
              <a:rPr lang="de-AT" sz="1050" dirty="0"/>
              <a:t> / </a:t>
            </a:r>
            <a:r>
              <a:rPr lang="de-AT" sz="1050" dirty="0" err="1"/>
              <a:t>sharing</a:t>
            </a:r>
            <a:r>
              <a:rPr lang="de-AT" sz="1050" dirty="0"/>
              <a:t> </a:t>
            </a:r>
            <a:r>
              <a:rPr lang="de-AT" sz="1050" dirty="0" err="1"/>
              <a:t>intentions</a:t>
            </a:r>
            <a:r>
              <a:rPr lang="de-AT" sz="1050" dirty="0"/>
              <a:t>           │</a:t>
            </a:r>
          </a:p>
          <a:p>
            <a:r>
              <a:rPr lang="de-AT" sz="1050" dirty="0"/>
              <a:t>└───────────────────────────────────────────────┘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00214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8AEEF-4BA0-E8FE-C27D-AC7D0C63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The 8 Mechanisms (</a:t>
            </a:r>
            <a:r>
              <a:rPr lang="en-US" sz="2400" b="1" dirty="0" err="1"/>
              <a:t>Bekkers</a:t>
            </a:r>
            <a:r>
              <a:rPr lang="en-US" sz="2400" b="1" dirty="0"/>
              <a:t> &amp; </a:t>
            </a:r>
            <a:r>
              <a:rPr lang="en-US" sz="2400" b="1" dirty="0" err="1"/>
              <a:t>Wiepking</a:t>
            </a:r>
            <a:r>
              <a:rPr lang="en-US" sz="2400" b="1" dirty="0"/>
              <a:t>, 2011)</a:t>
            </a:r>
            <a:endParaRPr lang="en-US" sz="24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BD4FB32-909E-6963-687A-541065EE1B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B87643-992D-FCBE-8E3C-BEF98197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AFA8-463E-038C-0610-50675971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F06FBA-3CC7-22FE-EFFC-B3515B9F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10</a:t>
            </a:fld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A432A4-8A14-6D3B-3EE2-E79B48692D3D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/>
              <a:t>Bild: Uni Graz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89D940E-905B-4647-8BCC-2C8E49C92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24CD71C3-8420-4820-BA14-FF66590AFB37}"/>
              </a:ext>
            </a:extLst>
          </p:cNvPr>
          <p:cNvSpPr txBox="1">
            <a:spLocks noGrp="1"/>
          </p:cNvSpPr>
          <p:nvPr>
            <p:ph type="body" sz="quarter" idx="15"/>
          </p:nvPr>
        </p:nvSpPr>
        <p:spPr>
          <a:xfrm>
            <a:off x="419101" y="1347788"/>
            <a:ext cx="4337050" cy="3024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0551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8AEEF-4BA0-E8FE-C27D-AC7D0C63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From Mechanisms to Our Survey Blocks (Predictors)</a:t>
            </a:r>
            <a:endParaRPr lang="en-US" sz="24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BD4FB32-909E-6963-687A-541065EE1B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B87643-992D-FCBE-8E3C-BEF98197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AFA8-463E-038C-0610-50675971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Titel der Präsentation oder Name des Institutes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F06FBA-3CC7-22FE-EFFC-B3515B9F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ED72C-ABBB-4657-9DA3-1A3BE3BE0174}" type="slidenum">
              <a:rPr lang="de-AT" smtClean="0"/>
              <a:pPr/>
              <a:t>11</a:t>
            </a:fld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A432A4-8A14-6D3B-3EE2-E79B48692D3D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/>
              <a:t>Bild: Uni Graz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89D940E-905B-4647-8BCC-2C8E49C92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24CD71C3-8420-4820-BA14-FF66590AFB37}"/>
              </a:ext>
            </a:extLst>
          </p:cNvPr>
          <p:cNvSpPr txBox="1">
            <a:spLocks noGrp="1"/>
          </p:cNvSpPr>
          <p:nvPr>
            <p:ph type="body" sz="quarter" idx="15"/>
          </p:nvPr>
        </p:nvSpPr>
        <p:spPr>
          <a:xfrm>
            <a:off x="419101" y="1347788"/>
            <a:ext cx="4337050" cy="3024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8000" indent="-288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5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16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6456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DFC2BA-7586-5A89-767F-4430730BD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/>
              <a:t>02</a:t>
            </a:r>
          </a:p>
        </p:txBody>
      </p:sp>
      <p:pic>
        <p:nvPicPr>
          <p:cNvPr id="37" name="Bildplatzhalter 36">
            <a:extLst>
              <a:ext uri="{FF2B5EF4-FFF2-40B4-BE49-F238E27FC236}">
                <a16:creationId xmlns:a16="http://schemas.microsoft.com/office/drawing/2014/main" id="{3DF5E8D8-AE16-1374-46DE-6F60A51844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7651" b="17651"/>
          <a:stretch/>
        </p:blipFill>
        <p:spPr>
          <a:xfrm>
            <a:off x="0" y="1203325"/>
            <a:ext cx="9144000" cy="3940175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31F3D05-1D5D-06C0-583E-76511A98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>
                <a:solidFill>
                  <a:schemeClr val="bg1"/>
                </a:solidFill>
              </a:rPr>
              <a:t>Research </a:t>
            </a:r>
            <a:r>
              <a:rPr lang="de-AT" dirty="0" err="1">
                <a:solidFill>
                  <a:schemeClr val="bg1"/>
                </a:solidFill>
              </a:rPr>
              <a:t>Objective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D9D75D2-2522-26FD-98D4-1D0B819DC8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AT" dirty="0" err="1">
                <a:solidFill>
                  <a:schemeClr val="bg1"/>
                </a:solidFill>
              </a:rPr>
              <a:t>SetEnergy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249CFB5-5CA8-26E2-023D-75E801CDD77B}"/>
              </a:ext>
            </a:extLst>
          </p:cNvPr>
          <p:cNvSpPr txBox="1"/>
          <p:nvPr/>
        </p:nvSpPr>
        <p:spPr>
          <a:xfrm rot="16200000">
            <a:off x="8299389" y="4338210"/>
            <a:ext cx="150455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500" dirty="0">
                <a:solidFill>
                  <a:schemeClr val="bg1"/>
                </a:solidFill>
              </a:rPr>
              <a:t>Bild: stock.adobe.com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994671C-E698-4673-9C69-54935ED679E6}"/>
              </a:ext>
            </a:extLst>
          </p:cNvPr>
          <p:cNvSpPr txBox="1"/>
          <p:nvPr/>
        </p:nvSpPr>
        <p:spPr>
          <a:xfrm>
            <a:off x="0" y="5143500"/>
            <a:ext cx="9144000" cy="174851"/>
          </a:xfrm>
          <a:prstGeom prst="rect">
            <a:avLst/>
          </a:prstGeom>
          <a:noFill/>
        </p:spPr>
        <p:txBody>
          <a:bodyPr wrap="square" lIns="0" tIns="0" rIns="0" bIns="36000" rtlCol="0">
            <a:spAutoFit/>
          </a:bodyPr>
          <a:lstStyle/>
          <a:p>
            <a:r>
              <a:rPr lang="de-AT" sz="900"/>
              <a:t>"</a:t>
            </a:r>
            <a:r>
              <a:rPr lang="de-AT" sz="900">
                <a:hlinkClick r:id="rId3" tooltip="https://www.flickr.com/photos/pink_dispatcher/483756270/"/>
              </a:rPr>
              <a:t>Dieses Foto</a:t>
            </a:r>
            <a:r>
              <a:rPr lang="de-AT" sz="900"/>
              <a:t>" von Unbekannter Autor ist lizenziert gemäß </a:t>
            </a:r>
            <a:r>
              <a:rPr lang="de-AT" sz="900">
                <a:hlinkClick r:id="rId4" tooltip="https://creativecommons.org/licenses/by-sa/3.0/"/>
              </a:rPr>
              <a:t>CC BY-SA</a:t>
            </a:r>
            <a:endParaRPr lang="de-AT" sz="900"/>
          </a:p>
        </p:txBody>
      </p:sp>
    </p:spTree>
    <p:extLst>
      <p:ext uri="{BB962C8B-B14F-4D97-AF65-F5344CB8AC3E}">
        <p14:creationId xmlns:p14="http://schemas.microsoft.com/office/powerpoint/2010/main" val="252097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ni Graz">
      <a:dk1>
        <a:srgbClr val="000000"/>
      </a:dk1>
      <a:lt1>
        <a:srgbClr val="FFFFFF"/>
      </a:lt1>
      <a:dk2>
        <a:srgbClr val="C6C6C6"/>
      </a:dk2>
      <a:lt2>
        <a:srgbClr val="FFFFFF"/>
      </a:lt2>
      <a:accent1>
        <a:srgbClr val="FFD500"/>
      </a:accent1>
      <a:accent2>
        <a:srgbClr val="4B88C5"/>
      </a:accent2>
      <a:accent3>
        <a:srgbClr val="DE4926"/>
      </a:accent3>
      <a:accent4>
        <a:srgbClr val="7AB751"/>
      </a:accent4>
      <a:accent5>
        <a:srgbClr val="7D75B7"/>
      </a:accent5>
      <a:accent6>
        <a:srgbClr val="F38D39"/>
      </a:accent6>
      <a:hlink>
        <a:srgbClr val="000000"/>
      </a:hlink>
      <a:folHlink>
        <a:srgbClr val="000000"/>
      </a:folHlink>
    </a:clrScheme>
    <a:fontScheme name="Uni Graz">
      <a:majorFont>
        <a:latin typeface="Nunito Sans ExtraBold"/>
        <a:ea typeface=""/>
        <a:cs typeface=""/>
      </a:majorFont>
      <a:minorFont>
        <a:latin typeface="Nunito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36000" rtlCol="0">
        <a:no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574F2AAB-E004-4FD1-B595-4BCB9E8A2415}" vid="{A787FEFC-E920-40F5-A6D0-268CD3E90E6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669</Words>
  <Application>Microsoft Office PowerPoint</Application>
  <PresentationFormat>Bildschirmpräsentation (16:9)</PresentationFormat>
  <Paragraphs>127</Paragraphs>
  <Slides>12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Lato Light</vt:lpstr>
      <vt:lpstr>Nunito Sans ExtraBold</vt:lpstr>
      <vt:lpstr>Nunito Sans Light</vt:lpstr>
      <vt:lpstr>Office</vt:lpstr>
      <vt:lpstr>We work for tomorrow</vt:lpstr>
      <vt:lpstr>Donating Surplus Energy in Socio-Ecological Energy Communities</vt:lpstr>
      <vt:lpstr>Contents of the presentation</vt:lpstr>
      <vt:lpstr>Project Background</vt:lpstr>
      <vt:lpstr>Surplus Electricity: What’s Missing?</vt:lpstr>
      <vt:lpstr>The SEEC Solution</vt:lpstr>
      <vt:lpstr>Robin Powerhood</vt:lpstr>
      <vt:lpstr>Energy Poverty — Key Facts</vt:lpstr>
      <vt:lpstr>Literature: Why People Donate</vt:lpstr>
      <vt:lpstr>The 8 Mechanisms (Bekkers &amp; Wiepking, 2011)</vt:lpstr>
      <vt:lpstr>From Mechanisms to Our Survey Blocks (Predictors)</vt:lpstr>
      <vt:lpstr>Research Objective</vt:lpstr>
    </vt:vector>
  </TitlesOfParts>
  <Manager>Uni Graz</Manager>
  <Company>Uni Graz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work for tomorrow</dc:title>
  <dc:creator>Bruno, Rosanna (rosanna.bruno@uni-graz.at)</dc:creator>
  <cp:lastModifiedBy>Bruno, Rosanna (rosanna.bruno@uni-graz.at)</cp:lastModifiedBy>
  <cp:revision>16</cp:revision>
  <dcterms:created xsi:type="dcterms:W3CDTF">2026-01-13T10:37:12Z</dcterms:created>
  <dcterms:modified xsi:type="dcterms:W3CDTF">2026-01-13T14:35:59Z</dcterms:modified>
</cp:coreProperties>
</file>